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30a6bcc5acc4dc0" /><Relationship Type="http://schemas.openxmlformats.org/officeDocument/2006/relationships/extended-properties" Target="/docProps/app.xml" Id="R8fcab21d634f4e09" /><Relationship Type="http://schemas.openxmlformats.org/officeDocument/2006/relationships/officeDocument" Target="/ppt/presentation.xml" Id="R4208fbaa2103401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603152acc844084"/>
  </p:sldMasterIdLst>
  <p:notesMasterIdLst>
    <p:notesMasterId xmlns:r="http://schemas.openxmlformats.org/officeDocument/2006/relationships" r:id="R913d32d084ac4c19"/>
  </p:notesMasterIdLst>
  <p:sldIdLst>
    <p:sldId xmlns:r="http://schemas.openxmlformats.org/officeDocument/2006/relationships" id="256" r:id="Rcf8c49bad5864dca"/>
    <p:sldId xmlns:r="http://schemas.openxmlformats.org/officeDocument/2006/relationships" id="257" r:id="Rbb4bd21c849c49c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72b14e4e92d4604" /><Relationship Type="http://schemas.openxmlformats.org/officeDocument/2006/relationships/slideMaster" Target="/ppt/slideMasters/slideMaster1.xml" Id="R8603152acc844084" /><Relationship Type="http://schemas.openxmlformats.org/officeDocument/2006/relationships/notesMaster" Target="/ppt/notesMasters/notesMaster1.xml" Id="R913d32d084ac4c19" /><Relationship Type="http://schemas.openxmlformats.org/officeDocument/2006/relationships/presProps" Target="/ppt/presProps.xml" Id="R8ee5a3483b66459a" /><Relationship Type="http://schemas.openxmlformats.org/officeDocument/2006/relationships/tableStyles" Target="/ppt/tableStyles.xml" Id="R1889df9007b94a6b" /><Relationship Type="http://schemas.openxmlformats.org/officeDocument/2006/relationships/slide" Target="/ppt/slides/slide1.xml" Id="Rcf8c49bad5864dca" /><Relationship Type="http://schemas.openxmlformats.org/officeDocument/2006/relationships/slide" Target="/ppt/slides/slide2.xml" Id="Rbb4bd21c849c49c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c25753dc7ab492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a7a3b22541b4316" /><Relationship Type="http://schemas.openxmlformats.org/officeDocument/2006/relationships/notesMaster" Target="/ppt/notesMasters/notesMaster1.xml" Id="Reec1aa682ba843d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86a33835a5243a1" /><Relationship Type="http://schemas.openxmlformats.org/officeDocument/2006/relationships/notesMaster" Target="/ppt/notesMasters/notesMaster1.xml" Id="Rd1f0504402784b5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GBD 2021 Global Sepsis Collaborators. Lancet Glob Health 2025;13:e2013-e2026. DOI:10.1016/S2214-109X(25)00356-0, Supplementary appendix 1, Table S6. Absolute deaths, all ages, worldwide, 1990-2021.</a:t>
            </a:r>
          </a:p>
          <a:p xmlns:a="http://schemas.openxmlformats.org/drawingml/2006/main">
            <a:r>
              <a:t>Woo HG et al. Critical Care 2026;30:288. DOI:10.1186/s13054-026-06024-7, Figure 2A. Age-standardized rate among adults &gt;=20 in 79 countries, explicit sepsis underlying/primary cause. Historical through 2023, forecast from 2024. Published anchors: 2000 9.15; 2023 12.77; 2050 20.32. The other 48 annual rate points are approximate digitization of the published central curve, not the authors' raw annual data.</a:t>
            </a:r>
          </a:p>
          <a:p xmlns:a="http://schemas.openxmlformats.org/drawingml/2006/main">
            <a:r>
              <a:t>The studies have different populations and case definitions. Do not convert the ASR into global counts or infer a single continued series. Forecast shown dashed. Confidence intervals and country trajectories omitted.</a:t>
            </a:r>
          </a:p>
          <a:p xmlns:a="http://schemas.openxmlformats.org/drawingml/2006/main">
            <a:r>
              <a:t>WHO characterized the outbreak as a pandemic on 2020-03-11. The red outline groups annual estimates 2020 and 2021; its edges are year-bin boundaries, not exact event dates. Uniform year-to-position mapping from 1990 to 2050.</a:t>
            </a:r>
          </a:p>
          <a:p xmlns:a="http://schemas.openxmlformats.org/drawingml/2006/main">
            <a:r>
              <a:t>Editing: use the Selection Pane to select named shapes on slides 1-2. Curves are native freeform paths with editable points; all axis labels are text. Numerical changes can be made in the source CSV then regenerated; curves are native editable freeform objects.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GBD 2021 Global Sepsis Collaborators. Lancet Glob Health 2025;13:e2013-e2026. DOI:10.1016/S2214-109X(25)00356-0, Supplementary appendix 1, Table S6. Absolute deaths, all ages, worldwide, 1990-2021.</a:t>
            </a:r>
          </a:p>
          <a:p xmlns:a="http://schemas.openxmlformats.org/drawingml/2006/main">
            <a:r>
              <a:t>Woo HG et al. Critical Care 2026;30:288. DOI:10.1186/s13054-026-06024-7, Figure 2A. Age-standardized rate among adults &gt;=20 in 79 countries, explicit sepsis underlying/primary cause. Historical through 2023, forecast from 2024. Published anchors: 2000 9.15; 2023 12.77; 2050 20.32. The other 48 annual rate points are approximate digitization of the published central curve, not the authors' raw annual data.</a:t>
            </a:r>
          </a:p>
          <a:p xmlns:a="http://schemas.openxmlformats.org/drawingml/2006/main">
            <a:r>
              <a:t>The studies have different populations and case definitions. Do not convert the ASR into global counts or infer a single continued series. Forecast shown dashed. Confidence intervals and country trajectories omitted.</a:t>
            </a:r>
          </a:p>
          <a:p xmlns:a="http://schemas.openxmlformats.org/drawingml/2006/main">
            <a:r>
              <a:t>WHO characterized the outbreak as a pandemic on 2020-03-11. The red outline groups annual estimates 2020 and 2021; its edges are year-bin boundaries, not exact event dates. Uniform year-to-position mapping from 1990 to 2050.</a:t>
            </a:r>
          </a:p>
          <a:p xmlns:a="http://schemas.openxmlformats.org/drawingml/2006/main">
            <a:r>
              <a:t>Editing: use the Selection Pane to select named shapes on slides 1-2. Curves are native freeform paths with editable points; all axis labels are text. Numerical changes can be made in the source CSV then regenerated; curves are native editable freeform objects.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cac6b34f164e3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46aa3d89b5477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8c4279e41e4fa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f623c330e74e1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aaeb618eee410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31a8e7670e427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ED790F7-0B53-4814-AEB0-C7BB1AEA9E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132F2B4-8073-4712-8A25-52F5897C748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1155993-5D51-46A2-BD60-59B9BD70E6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046710D-5EFF-49B8-AD83-C67CAB10C2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0B87F9D-136C-4863-9C94-8EB5F670293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594A7A8-CBCE-428E-A9A1-D14B8D5BD1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823D4F5-E2BF-4240-9238-D678367DF6A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A91EB00-4DD7-447A-9ACF-7036EFF1CF0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114ECB2-287D-4ED7-891C-AF0878C831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CD2D220-002E-4534-B468-19A0F5F9967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27f18dd6a2b434a" /><Relationship Type="http://schemas.openxmlformats.org/officeDocument/2006/relationships/slideLayout" Target="/ppt/slideLayouts/slideLayout1.xml" Id="R367c9c0d42b8481e" /><Relationship Type="http://schemas.openxmlformats.org/officeDocument/2006/relationships/slideLayout" Target="/ppt/slideLayouts/slideLayout2.xml" Id="Rb0063aaa0f374ded" /><Relationship Type="http://schemas.openxmlformats.org/officeDocument/2006/relationships/slideLayout" Target="/ppt/slideLayouts/slideLayout3.xml" Id="Rd803a55d9d204528" /><Relationship Type="http://schemas.openxmlformats.org/officeDocument/2006/relationships/slideLayout" Target="/ppt/slideLayouts/slideLayout4.xml" Id="R240f1084707a481d" /><Relationship Type="http://schemas.openxmlformats.org/officeDocument/2006/relationships/slideLayout" Target="/ppt/slideLayouts/slideLayout5.xml" Id="Ra7e2c526f19c4e35" /><Relationship Type="http://schemas.openxmlformats.org/officeDocument/2006/relationships/slideLayout" Target="/ppt/slideLayouts/slideLayout6.xml" Id="R569cc2315df647f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67c9c0d42b8481e"/>
    <p:sldLayoutId xmlns:r="http://schemas.openxmlformats.org/officeDocument/2006/relationships" id="2147483650" r:id="Rb0063aaa0f374ded"/>
    <p:sldLayoutId xmlns:r="http://schemas.openxmlformats.org/officeDocument/2006/relationships" id="2147483651" r:id="Rd803a55d9d204528"/>
    <p:sldLayoutId xmlns:r="http://schemas.openxmlformats.org/officeDocument/2006/relationships" id="2147483652" r:id="R240f1084707a481d"/>
    <p:sldLayoutId xmlns:r="http://schemas.openxmlformats.org/officeDocument/2006/relationships" id="2147483653" r:id="Ra7e2c526f19c4e35"/>
    <p:sldLayoutId xmlns:r="http://schemas.openxmlformats.org/officeDocument/2006/relationships" id="2147483654" r:id="R569cc2315df647f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628782eec94c01" /><Relationship Type="http://schemas.openxmlformats.org/officeDocument/2006/relationships/notesSlide" Target="/ppt/notesSlides/notesSlide1.xml" Id="R098993bfeb224ea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1b1b37dd9e4aa1" /><Relationship Type="http://schemas.openxmlformats.org/officeDocument/2006/relationships/notesSlide" Target="/ppt/notesSlides/notesSlide2.xml" Id="R711fbddd5bd84c4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7" name="grid_0">
            <a:extLst xmlns:a="http://schemas.openxmlformats.org/drawingml/2006/main">
              <a:ext uri="{FF2B5EF4-FFF2-40B4-BE49-F238E27FC236}">
                <a16:creationId xmlns:a16="http://schemas.microsoft.com/office/drawing/2014/main" id="{42444946-0D1F-4982-9DA6-875619CBC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43500"/>
            <a:ext cx="10363200" cy="9525"/>
          </a:xfrm>
          <a:custGeom xmlns:a="http://schemas.openxmlformats.org/drawingml/2006/main">
            <a:pathLst>
              <a:path w="10363200" h="9525">
                <a:moveTo>
                  <a:pt x="0" y="0"/>
                </a:moveTo>
                <a:lnTo>
                  <a:pt x="10363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DDE4EB"/>
            </a:solidFill>
            <a:prstDash val="solid"/>
          </a:ln>
        </p:spPr>
      </p:sp>
      <p:sp>
        <p:nvSpPr>
          <p:cNvPr id="2" name="left_tick_0">
            <a:extLst xmlns:a="http://schemas.openxmlformats.org/drawingml/2006/main">
              <a:ext uri="{FF2B5EF4-FFF2-40B4-BE49-F238E27FC236}">
                <a16:creationId xmlns:a16="http://schemas.microsoft.com/office/drawing/2014/main" id="{78DF6C01-D923-4FFF-89DA-EF03B82DA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29200"/>
            <a:ext cx="342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rPr>
              <a:t>0</a:t>
            </a:r>
          </a:p>
        </p:txBody>
      </p:sp>
      <p:sp>
        <p:nvSpPr>
          <p:cNvPr id="3" name="right_tick_0">
            <a:extLst xmlns:a="http://schemas.openxmlformats.org/drawingml/2006/main">
              <a:ext uri="{FF2B5EF4-FFF2-40B4-BE49-F238E27FC236}">
                <a16:creationId xmlns:a16="http://schemas.microsoft.com/office/drawing/2014/main" id="{8DFBE568-E632-4F0D-A96D-3A9EF6E7D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1425" y="502920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rPr>
              <a:t>0</a:t>
            </a:r>
          </a:p>
        </p:txBody>
      </p:sp>
      <p:sp>
        <p:nvSpPr>
          <p:cNvPr id="4" name="grid_5">
            <a:extLst xmlns:a="http://schemas.openxmlformats.org/drawingml/2006/main">
              <a:ext uri="{FF2B5EF4-FFF2-40B4-BE49-F238E27FC236}">
                <a16:creationId xmlns:a16="http://schemas.microsoft.com/office/drawing/2014/main" id="{30F3C6DC-4D4D-4008-AF09-AE6BABDD1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57700"/>
            <a:ext cx="10363200" cy="9525"/>
          </a:xfrm>
          <a:custGeom xmlns:a="http://schemas.openxmlformats.org/drawingml/2006/main">
            <a:pathLst>
              <a:path w="10363200" h="9525">
                <a:moveTo>
                  <a:pt x="0" y="0"/>
                </a:moveTo>
                <a:lnTo>
                  <a:pt x="10363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DDE4EB"/>
            </a:solidFill>
            <a:prstDash val="solid"/>
          </a:ln>
        </p:spPr>
      </p:sp>
      <p:sp>
        <p:nvSpPr>
          <p:cNvPr id="5" name="left_tick_5">
            <a:extLst xmlns:a="http://schemas.openxmlformats.org/drawingml/2006/main">
              <a:ext uri="{FF2B5EF4-FFF2-40B4-BE49-F238E27FC236}">
                <a16:creationId xmlns:a16="http://schemas.microsoft.com/office/drawing/2014/main" id="{0FFE5B22-2387-4151-9E3B-EC60FB5E7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43400"/>
            <a:ext cx="342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6" name="right_tick_5">
            <a:extLst xmlns:a="http://schemas.openxmlformats.org/drawingml/2006/main">
              <a:ext uri="{FF2B5EF4-FFF2-40B4-BE49-F238E27FC236}">
                <a16:creationId xmlns:a16="http://schemas.microsoft.com/office/drawing/2014/main" id="{29615C48-8E87-44A2-A31F-CBDCC28DC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1425" y="434340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7" name="grid_10">
            <a:extLst xmlns:a="http://schemas.openxmlformats.org/drawingml/2006/main">
              <a:ext uri="{FF2B5EF4-FFF2-40B4-BE49-F238E27FC236}">
                <a16:creationId xmlns:a16="http://schemas.microsoft.com/office/drawing/2014/main" id="{A88CF35B-F969-48D4-A75F-75647AC56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71900"/>
            <a:ext cx="10363200" cy="9525"/>
          </a:xfrm>
          <a:custGeom xmlns:a="http://schemas.openxmlformats.org/drawingml/2006/main">
            <a:pathLst>
              <a:path w="10363200" h="9525">
                <a:moveTo>
                  <a:pt x="0" y="0"/>
                </a:moveTo>
                <a:lnTo>
                  <a:pt x="10363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DDE4EB"/>
            </a:solidFill>
            <a:prstDash val="solid"/>
          </a:ln>
        </p:spPr>
      </p:sp>
      <p:sp>
        <p:nvSpPr>
          <p:cNvPr id="8" name="left_tick_10">
            <a:extLst xmlns:a="http://schemas.openxmlformats.org/drawingml/2006/main">
              <a:ext uri="{FF2B5EF4-FFF2-40B4-BE49-F238E27FC236}">
                <a16:creationId xmlns:a16="http://schemas.microsoft.com/office/drawing/2014/main" id="{418F8BD0-8C80-4E9B-B529-5BA5F74B7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57600"/>
            <a:ext cx="342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9" name="right_tick_10">
            <a:extLst xmlns:a="http://schemas.openxmlformats.org/drawingml/2006/main">
              <a:ext uri="{FF2B5EF4-FFF2-40B4-BE49-F238E27FC236}">
                <a16:creationId xmlns:a16="http://schemas.microsoft.com/office/drawing/2014/main" id="{690C6FC0-425F-4EB8-B926-758DC544F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1425" y="365760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10" name="grid_15">
            <a:extLst xmlns:a="http://schemas.openxmlformats.org/drawingml/2006/main">
              <a:ext uri="{FF2B5EF4-FFF2-40B4-BE49-F238E27FC236}">
                <a16:creationId xmlns:a16="http://schemas.microsoft.com/office/drawing/2014/main" id="{2C8BA995-B8CB-47B3-A47E-78157F1BE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86100"/>
            <a:ext cx="10363200" cy="9525"/>
          </a:xfrm>
          <a:custGeom xmlns:a="http://schemas.openxmlformats.org/drawingml/2006/main">
            <a:pathLst>
              <a:path w="10363200" h="9525">
                <a:moveTo>
                  <a:pt x="0" y="0"/>
                </a:moveTo>
                <a:lnTo>
                  <a:pt x="10363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DDE4EB"/>
            </a:solidFill>
            <a:prstDash val="solid"/>
          </a:ln>
        </p:spPr>
      </p:sp>
      <p:sp>
        <p:nvSpPr>
          <p:cNvPr id="11" name="left_tick_15">
            <a:extLst xmlns:a="http://schemas.openxmlformats.org/drawingml/2006/main">
              <a:ext uri="{FF2B5EF4-FFF2-40B4-BE49-F238E27FC236}">
                <a16:creationId xmlns:a16="http://schemas.microsoft.com/office/drawing/2014/main" id="{4AC19049-0B57-4720-8D2D-F91287EE1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71800"/>
            <a:ext cx="342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rPr>
              <a:t>15</a:t>
            </a:r>
          </a:p>
        </p:txBody>
      </p:sp>
      <p:sp>
        <p:nvSpPr>
          <p:cNvPr id="12" name="right_tick_15">
            <a:extLst xmlns:a="http://schemas.openxmlformats.org/drawingml/2006/main">
              <a:ext uri="{FF2B5EF4-FFF2-40B4-BE49-F238E27FC236}">
                <a16:creationId xmlns:a16="http://schemas.microsoft.com/office/drawing/2014/main" id="{2E32DEBA-A493-4593-A7FF-0CA2E47EB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1425" y="297180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rPr>
              <a:t>15</a:t>
            </a:r>
          </a:p>
        </p:txBody>
      </p:sp>
      <p:sp>
        <p:nvSpPr>
          <p:cNvPr id="13" name="grid_20">
            <a:extLst xmlns:a="http://schemas.openxmlformats.org/drawingml/2006/main">
              <a:ext uri="{FF2B5EF4-FFF2-40B4-BE49-F238E27FC236}">
                <a16:creationId xmlns:a16="http://schemas.microsoft.com/office/drawing/2014/main" id="{A2CAFB40-55CF-4AA3-AF7D-E513317D9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00300"/>
            <a:ext cx="10363200" cy="9525"/>
          </a:xfrm>
          <a:custGeom xmlns:a="http://schemas.openxmlformats.org/drawingml/2006/main">
            <a:pathLst>
              <a:path w="10363200" h="9525">
                <a:moveTo>
                  <a:pt x="0" y="0"/>
                </a:moveTo>
                <a:lnTo>
                  <a:pt x="10363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DDE4EB"/>
            </a:solidFill>
            <a:prstDash val="solid"/>
          </a:ln>
        </p:spPr>
      </p:sp>
      <p:sp>
        <p:nvSpPr>
          <p:cNvPr id="14" name="left_tick_20">
            <a:extLst xmlns:a="http://schemas.openxmlformats.org/drawingml/2006/main">
              <a:ext uri="{FF2B5EF4-FFF2-40B4-BE49-F238E27FC236}">
                <a16:creationId xmlns:a16="http://schemas.microsoft.com/office/drawing/2014/main" id="{59651A69-BF17-4B34-9C2D-CC381BAB0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0"/>
            <a:ext cx="342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rPr>
              <a:t>20</a:t>
            </a:r>
          </a:p>
        </p:txBody>
      </p:sp>
      <p:sp>
        <p:nvSpPr>
          <p:cNvPr id="15" name="right_tick_20">
            <a:extLst xmlns:a="http://schemas.openxmlformats.org/drawingml/2006/main">
              <a:ext uri="{FF2B5EF4-FFF2-40B4-BE49-F238E27FC236}">
                <a16:creationId xmlns:a16="http://schemas.microsoft.com/office/drawing/2014/main" id="{D044B4B9-D464-46C0-BF57-2B1D37CD6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1425" y="228600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rPr>
              <a:t>20</a:t>
            </a:r>
          </a:p>
        </p:txBody>
      </p:sp>
      <p:sp>
        <p:nvSpPr>
          <p:cNvPr id="16" name="grid_25">
            <a:extLst xmlns:a="http://schemas.openxmlformats.org/drawingml/2006/main">
              <a:ext uri="{FF2B5EF4-FFF2-40B4-BE49-F238E27FC236}">
                <a16:creationId xmlns:a16="http://schemas.microsoft.com/office/drawing/2014/main" id="{17327DC1-0778-45D6-8326-9118AA628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14500"/>
            <a:ext cx="10363200" cy="9525"/>
          </a:xfrm>
          <a:custGeom xmlns:a="http://schemas.openxmlformats.org/drawingml/2006/main">
            <a:pathLst>
              <a:path w="10363200" h="9525">
                <a:moveTo>
                  <a:pt x="0" y="0"/>
                </a:moveTo>
                <a:lnTo>
                  <a:pt x="10363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DDE4EB"/>
            </a:solidFill>
            <a:prstDash val="solid"/>
          </a:ln>
        </p:spPr>
      </p:sp>
      <p:sp>
        <p:nvSpPr>
          <p:cNvPr id="17" name="left_tick_25">
            <a:extLst xmlns:a="http://schemas.openxmlformats.org/drawingml/2006/main">
              <a:ext uri="{FF2B5EF4-FFF2-40B4-BE49-F238E27FC236}">
                <a16:creationId xmlns:a16="http://schemas.microsoft.com/office/drawing/2014/main" id="{9B088F55-C535-4088-A69B-1924D769A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342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rPr>
              <a:t>25</a:t>
            </a:r>
          </a:p>
        </p:txBody>
      </p:sp>
      <p:sp>
        <p:nvSpPr>
          <p:cNvPr id="18" name="right_tick_25">
            <a:extLst xmlns:a="http://schemas.openxmlformats.org/drawingml/2006/main">
              <a:ext uri="{FF2B5EF4-FFF2-40B4-BE49-F238E27FC236}">
                <a16:creationId xmlns:a16="http://schemas.microsoft.com/office/drawing/2014/main" id="{1F31FCFE-B990-4B67-A0A2-3950E1ACF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1425" y="160020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rPr>
              <a:t>25</a:t>
            </a:r>
          </a:p>
        </p:txBody>
      </p:sp>
      <p:sp>
        <p:nvSpPr>
          <p:cNvPr id="19" name="left_axis">
            <a:extLst xmlns:a="http://schemas.openxmlformats.org/drawingml/2006/main">
              <a:ext uri="{FF2B5EF4-FFF2-40B4-BE49-F238E27FC236}">
                <a16:creationId xmlns:a16="http://schemas.microsoft.com/office/drawing/2014/main" id="{E5388476-B3E8-4FCD-90DF-9E26E47E1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14500"/>
            <a:ext cx="9525" cy="3429000"/>
          </a:xfrm>
          <a:custGeom xmlns:a="http://schemas.openxmlformats.org/drawingml/2006/main">
            <a:pathLst>
              <a:path w="9525" h="3429000">
                <a:moveTo>
                  <a:pt x="0" y="0"/>
                </a:moveTo>
                <a:lnTo>
                  <a:pt x="0" y="34290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087F83"/>
            </a:solidFill>
            <a:prstDash val="solid"/>
          </a:ln>
        </p:spPr>
      </p:sp>
      <p:sp>
        <p:nvSpPr>
          <p:cNvPr id="20" name="right_axis">
            <a:extLst xmlns:a="http://schemas.openxmlformats.org/drawingml/2006/main">
              <a:ext uri="{FF2B5EF4-FFF2-40B4-BE49-F238E27FC236}">
                <a16:creationId xmlns:a16="http://schemas.microsoft.com/office/drawing/2014/main" id="{B3293D6F-BD72-4BC1-A8B7-74DF30A60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1714500"/>
            <a:ext cx="9525" cy="3429000"/>
          </a:xfrm>
          <a:custGeom xmlns:a="http://schemas.openxmlformats.org/drawingml/2006/main">
            <a:pathLst>
              <a:path w="9525" h="3429000">
                <a:moveTo>
                  <a:pt x="0" y="0"/>
                </a:moveTo>
                <a:lnTo>
                  <a:pt x="0" y="34290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F5FCD"/>
            </a:solidFill>
            <a:prstDash val="solid"/>
          </a:ln>
        </p:spPr>
      </p:sp>
      <p:sp>
        <p:nvSpPr>
          <p:cNvPr id="21" name="time_axis">
            <a:extLst xmlns:a="http://schemas.openxmlformats.org/drawingml/2006/main">
              <a:ext uri="{FF2B5EF4-FFF2-40B4-BE49-F238E27FC236}">
                <a16:creationId xmlns:a16="http://schemas.microsoft.com/office/drawing/2014/main" id="{FBCBCCEE-FABF-405E-A949-9F21AB405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43500"/>
            <a:ext cx="10363200" cy="9525"/>
          </a:xfrm>
          <a:custGeom xmlns:a="http://schemas.openxmlformats.org/drawingml/2006/main">
            <a:pathLst>
              <a:path w="10363200" h="9525">
                <a:moveTo>
                  <a:pt x="0" y="0"/>
                </a:moveTo>
                <a:lnTo>
                  <a:pt x="10363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B9BAD"/>
            </a:solidFill>
            <a:prstDash val="solid"/>
          </a:ln>
        </p:spPr>
      </p:sp>
      <p:sp>
        <p:nvSpPr>
          <p:cNvPr id="22" name="year_tick_1990">
            <a:extLst xmlns:a="http://schemas.openxmlformats.org/drawingml/2006/main">
              <a:ext uri="{FF2B5EF4-FFF2-40B4-BE49-F238E27FC236}">
                <a16:creationId xmlns:a16="http://schemas.microsoft.com/office/drawing/2014/main" id="{EBA5DB4E-3B6B-4495-B5D6-A302B35D4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435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B9BAD"/>
            </a:solidFill>
            <a:prstDash val="solid"/>
          </a:ln>
        </p:spPr>
      </p:sp>
      <p:sp>
        <p:nvSpPr>
          <p:cNvPr id="23" name="year_label_1990">
            <a:extLst xmlns:a="http://schemas.openxmlformats.org/drawingml/2006/main">
              <a:ext uri="{FF2B5EF4-FFF2-40B4-BE49-F238E27FC236}">
                <a16:creationId xmlns:a16="http://schemas.microsoft.com/office/drawing/2014/main" id="{E0328669-9703-4318-8065-AD1F24ED5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2768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rPr>
              <a:t>1990</a:t>
            </a:r>
          </a:p>
        </p:txBody>
      </p:sp>
      <p:sp>
        <p:nvSpPr>
          <p:cNvPr id="24" name="year_tick_1991">
            <a:extLst xmlns:a="http://schemas.openxmlformats.org/drawingml/2006/main">
              <a:ext uri="{FF2B5EF4-FFF2-40B4-BE49-F238E27FC236}">
                <a16:creationId xmlns:a16="http://schemas.microsoft.com/office/drawing/2014/main" id="{38A2DB94-4870-46C7-A53E-2D0AAE510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120" y="5143500"/>
            <a:ext cx="9525" cy="28575"/>
          </a:xfrm>
          <a:custGeom xmlns:a="http://schemas.openxmlformats.org/drawingml/2006/main">
            <a:pathLst>
              <a:path w="952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B9BAD"/>
            </a:solidFill>
            <a:prstDash val="solid"/>
          </a:ln>
        </p:spPr>
      </p:sp>
      <p:sp>
        <p:nvSpPr>
          <p:cNvPr id="25" name="year_tick_1992">
            <a:extLst xmlns:a="http://schemas.openxmlformats.org/drawingml/2006/main">
              <a:ext uri="{FF2B5EF4-FFF2-40B4-BE49-F238E27FC236}">
                <a16:creationId xmlns:a16="http://schemas.microsoft.com/office/drawing/2014/main" id="{BD6192D5-6701-4347-8A24-AAA8CCC0C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840" y="5143500"/>
            <a:ext cx="9525" cy="28575"/>
          </a:xfrm>
          <a:custGeom xmlns:a="http://schemas.openxmlformats.org/drawingml/2006/main">
            <a:pathLst>
              <a:path w="952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B9BAD"/>
            </a:solidFill>
            <a:prstDash val="solid"/>
          </a:ln>
        </p:spPr>
      </p:sp>
      <p:sp>
        <p:nvSpPr>
          <p:cNvPr id="26" name="year_tick_1993">
            <a:extLst xmlns:a="http://schemas.openxmlformats.org/drawingml/2006/main">
              <a:ext uri="{FF2B5EF4-FFF2-40B4-BE49-F238E27FC236}">
                <a16:creationId xmlns:a16="http://schemas.microsoft.com/office/drawing/2014/main" id="{B70133E5-4448-47C8-9C42-796A05D13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60" y="5143500"/>
            <a:ext cx="9525" cy="28575"/>
          </a:xfrm>
          <a:custGeom xmlns:a="http://schemas.openxmlformats.org/drawingml/2006/main">
            <a:pathLst>
              <a:path w="952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B9BAD"/>
            </a:solidFill>
            <a:prstDash val="solid"/>
          </a:ln>
        </p:spPr>
      </p:sp>
      <p:sp>
        <p:nvSpPr>
          <p:cNvPr id="27" name="year_tick_1994">
            <a:extLst xmlns:a="http://schemas.openxmlformats.org/drawingml/2006/main">
              <a:ext uri="{FF2B5EF4-FFF2-40B4-BE49-F238E27FC236}">
                <a16:creationId xmlns:a16="http://schemas.microsoft.com/office/drawing/2014/main" id="{39460E4F-8AF0-4E40-91ED-8330BC2A4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5280" y="5143500"/>
            <a:ext cx="9525" cy="28575"/>
          </a:xfrm>
          <a:custGeom xmlns:a="http://schemas.openxmlformats.org/drawingml/2006/main">
            <a:pathLst>
              <a:path w="952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B9BAD"/>
            </a:solidFill>
            <a:prstDash val="solid"/>
          </a:ln>
        </p:spPr>
      </p:sp>
      <p:sp>
        <p:nvSpPr>
          <p:cNvPr id="28" name="year_tick_1995">
            <a:extLst xmlns:a="http://schemas.openxmlformats.org/drawingml/2006/main">
              <a:ext uri="{FF2B5EF4-FFF2-40B4-BE49-F238E27FC236}">
                <a16:creationId xmlns:a16="http://schemas.microsoft.com/office/drawing/2014/main" id="{0B860E6C-9004-4E0C-98C6-2AFDF123B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8000" y="51435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B9BAD"/>
            </a:solidFill>
            <a:prstDash val="solid"/>
          </a:ln>
        </p:spPr>
      </p:sp>
      <p:sp>
        <p:nvSpPr>
          <p:cNvPr id="29" name="year_label_1995">
            <a:extLst xmlns:a="http://schemas.openxmlformats.org/drawingml/2006/main">
              <a:ext uri="{FF2B5EF4-FFF2-40B4-BE49-F238E27FC236}">
                <a16:creationId xmlns:a16="http://schemas.microsoft.com/office/drawing/2014/main" id="{ADD194B0-86B4-42E2-B86F-5B67056E6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9875" y="52768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rPr>
              <a:t>1995</a:t>
            </a:r>
          </a:p>
        </p:txBody>
      </p:sp>
      <p:sp>
        <p:nvSpPr>
          <p:cNvPr id="30" name="year_tick_1996">
            <a:extLst xmlns:a="http://schemas.openxmlformats.org/drawingml/2006/main">
              <a:ext uri="{FF2B5EF4-FFF2-40B4-BE49-F238E27FC236}">
                <a16:creationId xmlns:a16="http://schemas.microsoft.com/office/drawing/2014/main" id="{AECFC148-BEB1-4DA2-8C42-FC97ECF10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0720" y="5143500"/>
            <a:ext cx="9525" cy="28575"/>
          </a:xfrm>
          <a:custGeom xmlns:a="http://schemas.openxmlformats.org/drawingml/2006/main">
            <a:pathLst>
              <a:path w="952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B9BAD"/>
            </a:solidFill>
            <a:prstDash val="solid"/>
          </a:ln>
        </p:spPr>
      </p:sp>
      <p:sp>
        <p:nvSpPr>
          <p:cNvPr id="31" name="year_tick_1997">
            <a:extLst xmlns:a="http://schemas.openxmlformats.org/drawingml/2006/main">
              <a:ext uri="{FF2B5EF4-FFF2-40B4-BE49-F238E27FC236}">
                <a16:creationId xmlns:a16="http://schemas.microsoft.com/office/drawing/2014/main" id="{90C7DCD7-E049-449C-86C2-B2667704F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3440" y="5143500"/>
            <a:ext cx="9525" cy="28575"/>
          </a:xfrm>
          <a:custGeom xmlns:a="http://schemas.openxmlformats.org/drawingml/2006/main">
            <a:pathLst>
              <a:path w="952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B9BAD"/>
            </a:solidFill>
            <a:prstDash val="solid"/>
          </a:ln>
        </p:spPr>
      </p:sp>
      <p:sp>
        <p:nvSpPr>
          <p:cNvPr id="32" name="year_tick_1998">
            <a:extLst xmlns:a="http://schemas.openxmlformats.org/drawingml/2006/main">
              <a:ext uri="{FF2B5EF4-FFF2-40B4-BE49-F238E27FC236}">
                <a16:creationId xmlns:a16="http://schemas.microsoft.com/office/drawing/2014/main" id="{D072D1C4-7DDB-4631-894B-56A40BE98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6160" y="5143500"/>
            <a:ext cx="9525" cy="28575"/>
          </a:xfrm>
          <a:custGeom xmlns:a="http://schemas.openxmlformats.org/drawingml/2006/main">
            <a:pathLst>
              <a:path w="952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B9BAD"/>
            </a:solidFill>
            <a:prstDash val="solid"/>
          </a:ln>
        </p:spPr>
      </p:sp>
      <p:sp>
        <p:nvSpPr>
          <p:cNvPr id="33" name="year_tick_1999">
            <a:extLst xmlns:a="http://schemas.openxmlformats.org/drawingml/2006/main">
              <a:ext uri="{FF2B5EF4-FFF2-40B4-BE49-F238E27FC236}">
                <a16:creationId xmlns:a16="http://schemas.microsoft.com/office/drawing/2014/main" id="{4BBB2509-D9B9-4A34-9BF6-B2327309B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8880" y="5143500"/>
            <a:ext cx="9525" cy="28575"/>
          </a:xfrm>
          <a:custGeom xmlns:a="http://schemas.openxmlformats.org/drawingml/2006/main">
            <a:pathLst>
              <a:path w="952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B9BAD"/>
            </a:solidFill>
            <a:prstDash val="solid"/>
          </a:ln>
        </p:spPr>
      </p:sp>
      <p:sp>
        <p:nvSpPr>
          <p:cNvPr id="34" name="year_tick_2000">
            <a:extLst xmlns:a="http://schemas.openxmlformats.org/drawingml/2006/main">
              <a:ext uri="{FF2B5EF4-FFF2-40B4-BE49-F238E27FC236}">
                <a16:creationId xmlns:a16="http://schemas.microsoft.com/office/drawing/2014/main" id="{D26DCD20-0C86-4A20-AB4B-3C9175BA4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1600" y="51435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B9BAD"/>
            </a:solidFill>
            <a:prstDash val="solid"/>
          </a:ln>
        </p:spPr>
      </p:sp>
      <p:sp>
        <p:nvSpPr>
          <p:cNvPr id="35" name="year_label_2000">
            <a:extLst xmlns:a="http://schemas.openxmlformats.org/drawingml/2006/main">
              <a:ext uri="{FF2B5EF4-FFF2-40B4-BE49-F238E27FC236}">
                <a16:creationId xmlns:a16="http://schemas.microsoft.com/office/drawing/2014/main" id="{7342604D-002B-4CEA-BF40-017A9F917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3475" y="52768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rPr>
              <a:t>2000</a:t>
            </a:r>
          </a:p>
        </p:txBody>
      </p:sp>
      <p:sp>
        <p:nvSpPr>
          <p:cNvPr id="36" name="year_tick_2001">
            <a:extLst xmlns:a="http://schemas.openxmlformats.org/drawingml/2006/main">
              <a:ext uri="{FF2B5EF4-FFF2-40B4-BE49-F238E27FC236}">
                <a16:creationId xmlns:a16="http://schemas.microsoft.com/office/drawing/2014/main" id="{D328DDDA-0395-412E-A52E-9FF4DFED5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4320" y="5143500"/>
            <a:ext cx="9525" cy="28575"/>
          </a:xfrm>
          <a:custGeom xmlns:a="http://schemas.openxmlformats.org/drawingml/2006/main">
            <a:pathLst>
              <a:path w="952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B9BAD"/>
            </a:solidFill>
            <a:prstDash val="solid"/>
          </a:ln>
        </p:spPr>
      </p:sp>
      <p:sp>
        <p:nvSpPr>
          <p:cNvPr id="37" name="year_tick_2002">
            <a:extLst xmlns:a="http://schemas.openxmlformats.org/drawingml/2006/main">
              <a:ext uri="{FF2B5EF4-FFF2-40B4-BE49-F238E27FC236}">
                <a16:creationId xmlns:a16="http://schemas.microsoft.com/office/drawing/2014/main" id="{97381B5E-395A-4253-89BA-F14895C67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7040" y="5143500"/>
            <a:ext cx="9525" cy="28575"/>
          </a:xfrm>
          <a:custGeom xmlns:a="http://schemas.openxmlformats.org/drawingml/2006/main">
            <a:pathLst>
              <a:path w="952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B9BAD"/>
            </a:solidFill>
            <a:prstDash val="solid"/>
          </a:ln>
        </p:spPr>
      </p:sp>
      <p:sp>
        <p:nvSpPr>
          <p:cNvPr id="38" name="year_tick_2003">
            <a:extLst xmlns:a="http://schemas.openxmlformats.org/drawingml/2006/main">
              <a:ext uri="{FF2B5EF4-FFF2-40B4-BE49-F238E27FC236}">
                <a16:creationId xmlns:a16="http://schemas.microsoft.com/office/drawing/2014/main" id="{36B375F0-24C5-4819-AEE2-871C78887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9760" y="5143500"/>
            <a:ext cx="9525" cy="28575"/>
          </a:xfrm>
          <a:custGeom xmlns:a="http://schemas.openxmlformats.org/drawingml/2006/main">
            <a:pathLst>
              <a:path w="952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B9BAD"/>
            </a:solidFill>
            <a:prstDash val="solid"/>
          </a:ln>
        </p:spPr>
      </p:sp>
      <p:sp>
        <p:nvSpPr>
          <p:cNvPr id="39" name="year_tick_2004">
            <a:extLst xmlns:a="http://schemas.openxmlformats.org/drawingml/2006/main">
              <a:ext uri="{FF2B5EF4-FFF2-40B4-BE49-F238E27FC236}">
                <a16:creationId xmlns:a16="http://schemas.microsoft.com/office/drawing/2014/main" id="{06ACFA73-AC9F-4535-A2C2-DD2DA0526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2480" y="5143500"/>
            <a:ext cx="9525" cy="28575"/>
          </a:xfrm>
          <a:custGeom xmlns:a="http://schemas.openxmlformats.org/drawingml/2006/main">
            <a:pathLst>
              <a:path w="952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B9BAD"/>
            </a:solidFill>
            <a:prstDash val="solid"/>
          </a:ln>
        </p:spPr>
      </p:sp>
      <p:sp>
        <p:nvSpPr>
          <p:cNvPr id="40" name="year_tick_2005">
            <a:extLst xmlns:a="http://schemas.openxmlformats.org/drawingml/2006/main">
              <a:ext uri="{FF2B5EF4-FFF2-40B4-BE49-F238E27FC236}">
                <a16:creationId xmlns:a16="http://schemas.microsoft.com/office/drawing/2014/main" id="{9A5C2594-8749-4138-945C-7C2DEC96E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1435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B9BAD"/>
            </a:solidFill>
            <a:prstDash val="solid"/>
          </a:ln>
        </p:spPr>
      </p:sp>
      <p:sp>
        <p:nvSpPr>
          <p:cNvPr id="41" name="year_label_2005">
            <a:extLst xmlns:a="http://schemas.openxmlformats.org/drawingml/2006/main">
              <a:ext uri="{FF2B5EF4-FFF2-40B4-BE49-F238E27FC236}">
                <a16:creationId xmlns:a16="http://schemas.microsoft.com/office/drawing/2014/main" id="{BE230653-5BE0-41D8-B66A-384B5B2CE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52768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rPr>
              <a:t>2005</a:t>
            </a:r>
          </a:p>
        </p:txBody>
      </p:sp>
      <p:sp>
        <p:nvSpPr>
          <p:cNvPr id="42" name="year_tick_2006">
            <a:extLst xmlns:a="http://schemas.openxmlformats.org/drawingml/2006/main">
              <a:ext uri="{FF2B5EF4-FFF2-40B4-BE49-F238E27FC236}">
                <a16:creationId xmlns:a16="http://schemas.microsoft.com/office/drawing/2014/main" id="{7F6B1784-C467-4753-A644-560F3FC40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7920" y="5143500"/>
            <a:ext cx="9525" cy="28575"/>
          </a:xfrm>
          <a:custGeom xmlns:a="http://schemas.openxmlformats.org/drawingml/2006/main">
            <a:pathLst>
              <a:path w="952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B9BAD"/>
            </a:solidFill>
            <a:prstDash val="solid"/>
          </a:ln>
        </p:spPr>
      </p:sp>
      <p:sp>
        <p:nvSpPr>
          <p:cNvPr id="43" name="year_tick_2007">
            <a:extLst xmlns:a="http://schemas.openxmlformats.org/drawingml/2006/main">
              <a:ext uri="{FF2B5EF4-FFF2-40B4-BE49-F238E27FC236}">
                <a16:creationId xmlns:a16="http://schemas.microsoft.com/office/drawing/2014/main" id="{90EDD24E-FED2-4646-A2B5-4D2A57883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0640" y="5143500"/>
            <a:ext cx="9525" cy="28575"/>
          </a:xfrm>
          <a:custGeom xmlns:a="http://schemas.openxmlformats.org/drawingml/2006/main">
            <a:pathLst>
              <a:path w="952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B9BAD"/>
            </a:solidFill>
            <a:prstDash val="solid"/>
          </a:ln>
        </p:spPr>
      </p:sp>
      <p:sp>
        <p:nvSpPr>
          <p:cNvPr id="44" name="year_tick_2008">
            <a:extLst xmlns:a="http://schemas.openxmlformats.org/drawingml/2006/main">
              <a:ext uri="{FF2B5EF4-FFF2-40B4-BE49-F238E27FC236}">
                <a16:creationId xmlns:a16="http://schemas.microsoft.com/office/drawing/2014/main" id="{44AC384A-E2FA-40FA-B09E-F17BB2094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360" y="5143500"/>
            <a:ext cx="9525" cy="28575"/>
          </a:xfrm>
          <a:custGeom xmlns:a="http://schemas.openxmlformats.org/drawingml/2006/main">
            <a:pathLst>
              <a:path w="952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B9BAD"/>
            </a:solidFill>
            <a:prstDash val="solid"/>
          </a:ln>
        </p:spPr>
      </p:sp>
      <p:sp>
        <p:nvSpPr>
          <p:cNvPr id="45" name="year_tick_2009">
            <a:extLst xmlns:a="http://schemas.openxmlformats.org/drawingml/2006/main">
              <a:ext uri="{FF2B5EF4-FFF2-40B4-BE49-F238E27FC236}">
                <a16:creationId xmlns:a16="http://schemas.microsoft.com/office/drawing/2014/main" id="{F671DB87-149D-4FCC-BB07-413B9771F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6080" y="5143500"/>
            <a:ext cx="9525" cy="28575"/>
          </a:xfrm>
          <a:custGeom xmlns:a="http://schemas.openxmlformats.org/drawingml/2006/main">
            <a:pathLst>
              <a:path w="952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B9BAD"/>
            </a:solidFill>
            <a:prstDash val="solid"/>
          </a:ln>
        </p:spPr>
      </p:sp>
      <p:sp>
        <p:nvSpPr>
          <p:cNvPr id="46" name="year_tick_2010">
            <a:extLst xmlns:a="http://schemas.openxmlformats.org/drawingml/2006/main">
              <a:ext uri="{FF2B5EF4-FFF2-40B4-BE49-F238E27FC236}">
                <a16:creationId xmlns:a16="http://schemas.microsoft.com/office/drawing/2014/main" id="{A38FA7C5-B317-418D-A8AA-57F913C9E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51435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B9BAD"/>
            </a:solidFill>
            <a:prstDash val="solid"/>
          </a:ln>
        </p:spPr>
      </p:sp>
      <p:sp>
        <p:nvSpPr>
          <p:cNvPr id="47" name="year_label_2010">
            <a:extLst xmlns:a="http://schemas.openxmlformats.org/drawingml/2006/main">
              <a:ext uri="{FF2B5EF4-FFF2-40B4-BE49-F238E27FC236}">
                <a16:creationId xmlns:a16="http://schemas.microsoft.com/office/drawing/2014/main" id="{DA28CB46-81F0-4320-BA89-0E8AFA83B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0675" y="52768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rPr>
              <a:t>2010</a:t>
            </a:r>
          </a:p>
        </p:txBody>
      </p:sp>
      <p:sp>
        <p:nvSpPr>
          <p:cNvPr id="48" name="year_tick_2011">
            <a:extLst xmlns:a="http://schemas.openxmlformats.org/drawingml/2006/main">
              <a:ext uri="{FF2B5EF4-FFF2-40B4-BE49-F238E27FC236}">
                <a16:creationId xmlns:a16="http://schemas.microsoft.com/office/drawing/2014/main" id="{71B8939D-17D9-46FA-8834-E286EF2BC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1520" y="5143500"/>
            <a:ext cx="9525" cy="28575"/>
          </a:xfrm>
          <a:custGeom xmlns:a="http://schemas.openxmlformats.org/drawingml/2006/main">
            <a:pathLst>
              <a:path w="952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B9BAD"/>
            </a:solidFill>
            <a:prstDash val="solid"/>
          </a:ln>
        </p:spPr>
      </p:sp>
      <p:sp>
        <p:nvSpPr>
          <p:cNvPr id="49" name="year_tick_2012">
            <a:extLst xmlns:a="http://schemas.openxmlformats.org/drawingml/2006/main">
              <a:ext uri="{FF2B5EF4-FFF2-40B4-BE49-F238E27FC236}">
                <a16:creationId xmlns:a16="http://schemas.microsoft.com/office/drawing/2014/main" id="{847BD4D5-F72F-4E32-9A85-E59D3544D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240" y="5143500"/>
            <a:ext cx="9525" cy="28575"/>
          </a:xfrm>
          <a:custGeom xmlns:a="http://schemas.openxmlformats.org/drawingml/2006/main">
            <a:pathLst>
              <a:path w="952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B9BAD"/>
            </a:solidFill>
            <a:prstDash val="solid"/>
          </a:ln>
        </p:spPr>
      </p:sp>
      <p:sp>
        <p:nvSpPr>
          <p:cNvPr id="50" name="year_tick_2013">
            <a:extLst xmlns:a="http://schemas.openxmlformats.org/drawingml/2006/main">
              <a:ext uri="{FF2B5EF4-FFF2-40B4-BE49-F238E27FC236}">
                <a16:creationId xmlns:a16="http://schemas.microsoft.com/office/drawing/2014/main" id="{6AEF8CC1-E85F-4294-AF9C-E28270DD7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960" y="5143500"/>
            <a:ext cx="9525" cy="28575"/>
          </a:xfrm>
          <a:custGeom xmlns:a="http://schemas.openxmlformats.org/drawingml/2006/main">
            <a:pathLst>
              <a:path w="952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B9BAD"/>
            </a:solidFill>
            <a:prstDash val="solid"/>
          </a:ln>
        </p:spPr>
      </p:sp>
      <p:sp>
        <p:nvSpPr>
          <p:cNvPr id="51" name="year_tick_2014">
            <a:extLst xmlns:a="http://schemas.openxmlformats.org/drawingml/2006/main">
              <a:ext uri="{FF2B5EF4-FFF2-40B4-BE49-F238E27FC236}">
                <a16:creationId xmlns:a16="http://schemas.microsoft.com/office/drawing/2014/main" id="{FAF75F5D-0A2F-483A-B252-DD5863CAB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9680" y="5143500"/>
            <a:ext cx="9525" cy="28575"/>
          </a:xfrm>
          <a:custGeom xmlns:a="http://schemas.openxmlformats.org/drawingml/2006/main">
            <a:pathLst>
              <a:path w="952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B9BAD"/>
            </a:solidFill>
            <a:prstDash val="solid"/>
          </a:ln>
        </p:spPr>
      </p:sp>
      <p:sp>
        <p:nvSpPr>
          <p:cNvPr id="52" name="year_tick_2015">
            <a:extLst xmlns:a="http://schemas.openxmlformats.org/drawingml/2006/main">
              <a:ext uri="{FF2B5EF4-FFF2-40B4-BE49-F238E27FC236}">
                <a16:creationId xmlns:a16="http://schemas.microsoft.com/office/drawing/2014/main" id="{0E39E492-3CC9-44A8-AA80-C9431D8A2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2400" y="51435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B9BAD"/>
            </a:solidFill>
            <a:prstDash val="solid"/>
          </a:ln>
        </p:spPr>
      </p:sp>
      <p:sp>
        <p:nvSpPr>
          <p:cNvPr id="53" name="year_label_2015">
            <a:extLst xmlns:a="http://schemas.openxmlformats.org/drawingml/2006/main">
              <a:ext uri="{FF2B5EF4-FFF2-40B4-BE49-F238E27FC236}">
                <a16:creationId xmlns:a16="http://schemas.microsoft.com/office/drawing/2014/main" id="{53E101E4-FF7E-4A09-8C55-B27561FAC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4275" y="52768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rPr>
              <a:t>2015</a:t>
            </a:r>
          </a:p>
        </p:txBody>
      </p:sp>
      <p:sp>
        <p:nvSpPr>
          <p:cNvPr id="54" name="year_tick_2016">
            <a:extLst xmlns:a="http://schemas.openxmlformats.org/drawingml/2006/main">
              <a:ext uri="{FF2B5EF4-FFF2-40B4-BE49-F238E27FC236}">
                <a16:creationId xmlns:a16="http://schemas.microsoft.com/office/drawing/2014/main" id="{F4426C5D-531A-4FE8-BAC2-65ABD7DCA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5120" y="5143500"/>
            <a:ext cx="9525" cy="28575"/>
          </a:xfrm>
          <a:custGeom xmlns:a="http://schemas.openxmlformats.org/drawingml/2006/main">
            <a:pathLst>
              <a:path w="952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B9BAD"/>
            </a:solidFill>
            <a:prstDash val="solid"/>
          </a:ln>
        </p:spPr>
      </p:sp>
      <p:sp>
        <p:nvSpPr>
          <p:cNvPr id="55" name="year_tick_2017">
            <a:extLst xmlns:a="http://schemas.openxmlformats.org/drawingml/2006/main">
              <a:ext uri="{FF2B5EF4-FFF2-40B4-BE49-F238E27FC236}">
                <a16:creationId xmlns:a16="http://schemas.microsoft.com/office/drawing/2014/main" id="{63B68738-CC81-4920-80B3-0DBD652BD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0" y="5143500"/>
            <a:ext cx="9525" cy="28575"/>
          </a:xfrm>
          <a:custGeom xmlns:a="http://schemas.openxmlformats.org/drawingml/2006/main">
            <a:pathLst>
              <a:path w="952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B9BAD"/>
            </a:solidFill>
            <a:prstDash val="solid"/>
          </a:ln>
        </p:spPr>
      </p:sp>
      <p:sp>
        <p:nvSpPr>
          <p:cNvPr id="56" name="year_tick_2018">
            <a:extLst xmlns:a="http://schemas.openxmlformats.org/drawingml/2006/main">
              <a:ext uri="{FF2B5EF4-FFF2-40B4-BE49-F238E27FC236}">
                <a16:creationId xmlns:a16="http://schemas.microsoft.com/office/drawing/2014/main" id="{1A2EEB03-EE94-4D0A-9A4B-09E323D12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0560" y="5143500"/>
            <a:ext cx="9525" cy="28575"/>
          </a:xfrm>
          <a:custGeom xmlns:a="http://schemas.openxmlformats.org/drawingml/2006/main">
            <a:pathLst>
              <a:path w="952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B9BAD"/>
            </a:solidFill>
            <a:prstDash val="solid"/>
          </a:ln>
        </p:spPr>
      </p:sp>
      <p:sp>
        <p:nvSpPr>
          <p:cNvPr id="57" name="year_tick_2019">
            <a:extLst xmlns:a="http://schemas.openxmlformats.org/drawingml/2006/main">
              <a:ext uri="{FF2B5EF4-FFF2-40B4-BE49-F238E27FC236}">
                <a16:creationId xmlns:a16="http://schemas.microsoft.com/office/drawing/2014/main" id="{96D7DC56-01A0-4DDD-8461-9B7750336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3280" y="5143500"/>
            <a:ext cx="9525" cy="28575"/>
          </a:xfrm>
          <a:custGeom xmlns:a="http://schemas.openxmlformats.org/drawingml/2006/main">
            <a:pathLst>
              <a:path w="952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B9BAD"/>
            </a:solidFill>
            <a:prstDash val="solid"/>
          </a:ln>
        </p:spPr>
      </p:sp>
      <p:sp>
        <p:nvSpPr>
          <p:cNvPr id="58" name="year_tick_2020">
            <a:extLst xmlns:a="http://schemas.openxmlformats.org/drawingml/2006/main">
              <a:ext uri="{FF2B5EF4-FFF2-40B4-BE49-F238E27FC236}">
                <a16:creationId xmlns:a16="http://schemas.microsoft.com/office/drawing/2014/main" id="{CDCAE626-37CD-4475-9766-23C15F784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1435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B9BAD"/>
            </a:solidFill>
            <a:prstDash val="solid"/>
          </a:ln>
        </p:spPr>
      </p:sp>
      <p:sp>
        <p:nvSpPr>
          <p:cNvPr id="59" name="year_label_2020">
            <a:extLst xmlns:a="http://schemas.openxmlformats.org/drawingml/2006/main">
              <a:ext uri="{FF2B5EF4-FFF2-40B4-BE49-F238E27FC236}">
                <a16:creationId xmlns:a16="http://schemas.microsoft.com/office/drawing/2014/main" id="{5312B13D-DCB4-4845-942E-BA0F8AD0B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52768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rPr>
              <a:t>2020</a:t>
            </a:r>
          </a:p>
        </p:txBody>
      </p:sp>
      <p:sp>
        <p:nvSpPr>
          <p:cNvPr id="60" name="year_tick_2021">
            <a:extLst xmlns:a="http://schemas.openxmlformats.org/drawingml/2006/main">
              <a:ext uri="{FF2B5EF4-FFF2-40B4-BE49-F238E27FC236}">
                <a16:creationId xmlns:a16="http://schemas.microsoft.com/office/drawing/2014/main" id="{550B407E-5848-4D11-AF14-B012FF82A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8720" y="5143500"/>
            <a:ext cx="9525" cy="28575"/>
          </a:xfrm>
          <a:custGeom xmlns:a="http://schemas.openxmlformats.org/drawingml/2006/main">
            <a:pathLst>
              <a:path w="952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B9BAD"/>
            </a:solidFill>
            <a:prstDash val="solid"/>
          </a:ln>
        </p:spPr>
      </p:sp>
      <p:sp>
        <p:nvSpPr>
          <p:cNvPr id="61" name="year_tick_2022">
            <a:extLst xmlns:a="http://schemas.openxmlformats.org/drawingml/2006/main">
              <a:ext uri="{FF2B5EF4-FFF2-40B4-BE49-F238E27FC236}">
                <a16:creationId xmlns:a16="http://schemas.microsoft.com/office/drawing/2014/main" id="{CBE5FE2F-0376-45C5-9978-3DDA55B5B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1440" y="5143500"/>
            <a:ext cx="9525" cy="28575"/>
          </a:xfrm>
          <a:custGeom xmlns:a="http://schemas.openxmlformats.org/drawingml/2006/main">
            <a:pathLst>
              <a:path w="952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B9BAD"/>
            </a:solidFill>
            <a:prstDash val="solid"/>
          </a:ln>
        </p:spPr>
      </p:sp>
      <p:sp>
        <p:nvSpPr>
          <p:cNvPr id="62" name="year_tick_2023">
            <a:extLst xmlns:a="http://schemas.openxmlformats.org/drawingml/2006/main">
              <a:ext uri="{FF2B5EF4-FFF2-40B4-BE49-F238E27FC236}">
                <a16:creationId xmlns:a16="http://schemas.microsoft.com/office/drawing/2014/main" id="{854AAE9E-4434-4094-95F8-3F0E92D44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160" y="5143500"/>
            <a:ext cx="9525" cy="28575"/>
          </a:xfrm>
          <a:custGeom xmlns:a="http://schemas.openxmlformats.org/drawingml/2006/main">
            <a:pathLst>
              <a:path w="952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B9BAD"/>
            </a:solidFill>
            <a:prstDash val="solid"/>
          </a:ln>
        </p:spPr>
      </p:sp>
      <p:sp>
        <p:nvSpPr>
          <p:cNvPr id="63" name="year_tick_2024">
            <a:extLst xmlns:a="http://schemas.openxmlformats.org/drawingml/2006/main">
              <a:ext uri="{FF2B5EF4-FFF2-40B4-BE49-F238E27FC236}">
                <a16:creationId xmlns:a16="http://schemas.microsoft.com/office/drawing/2014/main" id="{C8CD014A-5087-4809-AA19-5FBF6780B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6880" y="5143500"/>
            <a:ext cx="9525" cy="28575"/>
          </a:xfrm>
          <a:custGeom xmlns:a="http://schemas.openxmlformats.org/drawingml/2006/main">
            <a:pathLst>
              <a:path w="952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B9BAD"/>
            </a:solidFill>
            <a:prstDash val="solid"/>
          </a:ln>
        </p:spPr>
      </p:sp>
      <p:sp>
        <p:nvSpPr>
          <p:cNvPr id="64" name="year_tick_2025">
            <a:extLst xmlns:a="http://schemas.openxmlformats.org/drawingml/2006/main">
              <a:ext uri="{FF2B5EF4-FFF2-40B4-BE49-F238E27FC236}">
                <a16:creationId xmlns:a16="http://schemas.microsoft.com/office/drawing/2014/main" id="{E8306E84-9592-4440-A86A-48F268E8B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9600" y="51435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B9BAD"/>
            </a:solidFill>
            <a:prstDash val="solid"/>
          </a:ln>
        </p:spPr>
      </p:sp>
      <p:sp>
        <p:nvSpPr>
          <p:cNvPr id="65" name="year_label_2025">
            <a:extLst xmlns:a="http://schemas.openxmlformats.org/drawingml/2006/main">
              <a:ext uri="{FF2B5EF4-FFF2-40B4-BE49-F238E27FC236}">
                <a16:creationId xmlns:a16="http://schemas.microsoft.com/office/drawing/2014/main" id="{418552F0-E2D2-41D2-BDE7-D3CCEAABD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1475" y="52768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rPr>
              <a:t>2025</a:t>
            </a:r>
          </a:p>
        </p:txBody>
      </p:sp>
      <p:sp>
        <p:nvSpPr>
          <p:cNvPr id="66" name="year_tick_2026">
            <a:extLst xmlns:a="http://schemas.openxmlformats.org/drawingml/2006/main">
              <a:ext uri="{FF2B5EF4-FFF2-40B4-BE49-F238E27FC236}">
                <a16:creationId xmlns:a16="http://schemas.microsoft.com/office/drawing/2014/main" id="{EA509165-2252-46E3-9B33-11BEF011F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5143500"/>
            <a:ext cx="9525" cy="28575"/>
          </a:xfrm>
          <a:custGeom xmlns:a="http://schemas.openxmlformats.org/drawingml/2006/main">
            <a:pathLst>
              <a:path w="952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B9BAD"/>
            </a:solidFill>
            <a:prstDash val="solid"/>
          </a:ln>
        </p:spPr>
      </p:sp>
      <p:sp>
        <p:nvSpPr>
          <p:cNvPr id="67" name="year_tick_2027">
            <a:extLst xmlns:a="http://schemas.openxmlformats.org/drawingml/2006/main">
              <a:ext uri="{FF2B5EF4-FFF2-40B4-BE49-F238E27FC236}">
                <a16:creationId xmlns:a16="http://schemas.microsoft.com/office/drawing/2014/main" id="{1B8B0F85-992C-43A4-B72F-4E1B949AB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040" y="5143500"/>
            <a:ext cx="9525" cy="28575"/>
          </a:xfrm>
          <a:custGeom xmlns:a="http://schemas.openxmlformats.org/drawingml/2006/main">
            <a:pathLst>
              <a:path w="952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B9BAD"/>
            </a:solidFill>
            <a:prstDash val="solid"/>
          </a:ln>
        </p:spPr>
      </p:sp>
      <p:sp>
        <p:nvSpPr>
          <p:cNvPr id="68" name="year_tick_2028">
            <a:extLst xmlns:a="http://schemas.openxmlformats.org/drawingml/2006/main">
              <a:ext uri="{FF2B5EF4-FFF2-40B4-BE49-F238E27FC236}">
                <a16:creationId xmlns:a16="http://schemas.microsoft.com/office/drawing/2014/main" id="{4470C5BE-A76F-47E7-AF03-01B9BE923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760" y="5143500"/>
            <a:ext cx="9525" cy="28575"/>
          </a:xfrm>
          <a:custGeom xmlns:a="http://schemas.openxmlformats.org/drawingml/2006/main">
            <a:pathLst>
              <a:path w="952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B9BAD"/>
            </a:solidFill>
            <a:prstDash val="solid"/>
          </a:ln>
        </p:spPr>
      </p:sp>
      <p:sp>
        <p:nvSpPr>
          <p:cNvPr id="69" name="year_tick_2029">
            <a:extLst xmlns:a="http://schemas.openxmlformats.org/drawingml/2006/main">
              <a:ext uri="{FF2B5EF4-FFF2-40B4-BE49-F238E27FC236}">
                <a16:creationId xmlns:a16="http://schemas.microsoft.com/office/drawing/2014/main" id="{C2429675-E61D-45AF-B762-3FCE0AC33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0480" y="5143500"/>
            <a:ext cx="9525" cy="28575"/>
          </a:xfrm>
          <a:custGeom xmlns:a="http://schemas.openxmlformats.org/drawingml/2006/main">
            <a:pathLst>
              <a:path w="952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B9BAD"/>
            </a:solidFill>
            <a:prstDash val="solid"/>
          </a:ln>
        </p:spPr>
      </p:sp>
      <p:sp>
        <p:nvSpPr>
          <p:cNvPr id="70" name="year_tick_2030">
            <a:extLst xmlns:a="http://schemas.openxmlformats.org/drawingml/2006/main">
              <a:ext uri="{FF2B5EF4-FFF2-40B4-BE49-F238E27FC236}">
                <a16:creationId xmlns:a16="http://schemas.microsoft.com/office/drawing/2014/main" id="{EFDB4DC8-EBAC-4037-9742-E248AEDC4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3200" y="51435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B9BAD"/>
            </a:solidFill>
            <a:prstDash val="solid"/>
          </a:ln>
        </p:spPr>
      </p:sp>
      <p:sp>
        <p:nvSpPr>
          <p:cNvPr id="71" name="year_label_2030">
            <a:extLst xmlns:a="http://schemas.openxmlformats.org/drawingml/2006/main">
              <a:ext uri="{FF2B5EF4-FFF2-40B4-BE49-F238E27FC236}">
                <a16:creationId xmlns:a16="http://schemas.microsoft.com/office/drawing/2014/main" id="{04795F84-08C7-4A35-A3B4-F0FD2AE6E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5075" y="52768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rPr>
              <a:t>2030</a:t>
            </a:r>
          </a:p>
        </p:txBody>
      </p:sp>
      <p:sp>
        <p:nvSpPr>
          <p:cNvPr id="72" name="year_tick_2031">
            <a:extLst xmlns:a="http://schemas.openxmlformats.org/drawingml/2006/main">
              <a:ext uri="{FF2B5EF4-FFF2-40B4-BE49-F238E27FC236}">
                <a16:creationId xmlns:a16="http://schemas.microsoft.com/office/drawing/2014/main" id="{C28715CA-E193-4D8C-B02A-04C1015DA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5920" y="5143500"/>
            <a:ext cx="9525" cy="28575"/>
          </a:xfrm>
          <a:custGeom xmlns:a="http://schemas.openxmlformats.org/drawingml/2006/main">
            <a:pathLst>
              <a:path w="952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B9BAD"/>
            </a:solidFill>
            <a:prstDash val="solid"/>
          </a:ln>
        </p:spPr>
      </p:sp>
      <p:sp>
        <p:nvSpPr>
          <p:cNvPr id="73" name="year_tick_2032">
            <a:extLst xmlns:a="http://schemas.openxmlformats.org/drawingml/2006/main">
              <a:ext uri="{FF2B5EF4-FFF2-40B4-BE49-F238E27FC236}">
                <a16:creationId xmlns:a16="http://schemas.microsoft.com/office/drawing/2014/main" id="{FBF0F2E1-67ED-4A7A-8046-BF9FDD0F0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8640" y="5143500"/>
            <a:ext cx="9525" cy="28575"/>
          </a:xfrm>
          <a:custGeom xmlns:a="http://schemas.openxmlformats.org/drawingml/2006/main">
            <a:pathLst>
              <a:path w="952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B9BAD"/>
            </a:solidFill>
            <a:prstDash val="solid"/>
          </a:ln>
        </p:spPr>
      </p:sp>
      <p:sp>
        <p:nvSpPr>
          <p:cNvPr id="74" name="year_tick_2033">
            <a:extLst xmlns:a="http://schemas.openxmlformats.org/drawingml/2006/main">
              <a:ext uri="{FF2B5EF4-FFF2-40B4-BE49-F238E27FC236}">
                <a16:creationId xmlns:a16="http://schemas.microsoft.com/office/drawing/2014/main" id="{3DD53BB4-851F-44B1-9189-225B627D7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1360" y="5143500"/>
            <a:ext cx="9525" cy="28575"/>
          </a:xfrm>
          <a:custGeom xmlns:a="http://schemas.openxmlformats.org/drawingml/2006/main">
            <a:pathLst>
              <a:path w="952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B9BAD"/>
            </a:solidFill>
            <a:prstDash val="solid"/>
          </a:ln>
        </p:spPr>
      </p:sp>
      <p:sp>
        <p:nvSpPr>
          <p:cNvPr id="75" name="year_tick_2034">
            <a:extLst xmlns:a="http://schemas.openxmlformats.org/drawingml/2006/main">
              <a:ext uri="{FF2B5EF4-FFF2-40B4-BE49-F238E27FC236}">
                <a16:creationId xmlns:a16="http://schemas.microsoft.com/office/drawing/2014/main" id="{FB472C67-23AC-405E-BEC2-D23483E19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4080" y="5143500"/>
            <a:ext cx="9525" cy="28575"/>
          </a:xfrm>
          <a:custGeom xmlns:a="http://schemas.openxmlformats.org/drawingml/2006/main">
            <a:pathLst>
              <a:path w="952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B9BAD"/>
            </a:solidFill>
            <a:prstDash val="solid"/>
          </a:ln>
        </p:spPr>
      </p:sp>
      <p:sp>
        <p:nvSpPr>
          <p:cNvPr id="76" name="year_tick_2035">
            <a:extLst xmlns:a="http://schemas.openxmlformats.org/drawingml/2006/main">
              <a:ext uri="{FF2B5EF4-FFF2-40B4-BE49-F238E27FC236}">
                <a16:creationId xmlns:a16="http://schemas.microsoft.com/office/drawing/2014/main" id="{7C52F17D-6139-40BE-BF83-ECF9EAAC8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1435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B9BAD"/>
            </a:solidFill>
            <a:prstDash val="solid"/>
          </a:ln>
        </p:spPr>
      </p:sp>
      <p:sp>
        <p:nvSpPr>
          <p:cNvPr id="77" name="year_label_2035">
            <a:extLst xmlns:a="http://schemas.openxmlformats.org/drawingml/2006/main">
              <a:ext uri="{FF2B5EF4-FFF2-40B4-BE49-F238E27FC236}">
                <a16:creationId xmlns:a16="http://schemas.microsoft.com/office/drawing/2014/main" id="{A079EFD6-3D8E-4589-A7E2-C268B257C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52768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rPr>
              <a:t>2035</a:t>
            </a:r>
          </a:p>
        </p:txBody>
      </p:sp>
      <p:sp>
        <p:nvSpPr>
          <p:cNvPr id="78" name="year_tick_2036">
            <a:extLst xmlns:a="http://schemas.openxmlformats.org/drawingml/2006/main">
              <a:ext uri="{FF2B5EF4-FFF2-40B4-BE49-F238E27FC236}">
                <a16:creationId xmlns:a16="http://schemas.microsoft.com/office/drawing/2014/main" id="{716F3495-BE11-4BCE-9348-B1075DED1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9520" y="5143500"/>
            <a:ext cx="9525" cy="28575"/>
          </a:xfrm>
          <a:custGeom xmlns:a="http://schemas.openxmlformats.org/drawingml/2006/main">
            <a:pathLst>
              <a:path w="952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B9BAD"/>
            </a:solidFill>
            <a:prstDash val="solid"/>
          </a:ln>
        </p:spPr>
      </p:sp>
      <p:sp>
        <p:nvSpPr>
          <p:cNvPr id="79" name="year_tick_2037">
            <a:extLst xmlns:a="http://schemas.openxmlformats.org/drawingml/2006/main">
              <a:ext uri="{FF2B5EF4-FFF2-40B4-BE49-F238E27FC236}">
                <a16:creationId xmlns:a16="http://schemas.microsoft.com/office/drawing/2014/main" id="{1203201D-041F-4832-B213-B9D6F1372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2240" y="5143500"/>
            <a:ext cx="9525" cy="28575"/>
          </a:xfrm>
          <a:custGeom xmlns:a="http://schemas.openxmlformats.org/drawingml/2006/main">
            <a:pathLst>
              <a:path w="952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B9BAD"/>
            </a:solidFill>
            <a:prstDash val="solid"/>
          </a:ln>
        </p:spPr>
      </p:sp>
      <p:sp>
        <p:nvSpPr>
          <p:cNvPr id="80" name="year_tick_2038">
            <a:extLst xmlns:a="http://schemas.openxmlformats.org/drawingml/2006/main">
              <a:ext uri="{FF2B5EF4-FFF2-40B4-BE49-F238E27FC236}">
                <a16:creationId xmlns:a16="http://schemas.microsoft.com/office/drawing/2014/main" id="{F0657C52-7C57-4796-B7F8-D58C0B13C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4960" y="5143500"/>
            <a:ext cx="9525" cy="28575"/>
          </a:xfrm>
          <a:custGeom xmlns:a="http://schemas.openxmlformats.org/drawingml/2006/main">
            <a:pathLst>
              <a:path w="952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B9BAD"/>
            </a:solidFill>
            <a:prstDash val="solid"/>
          </a:ln>
        </p:spPr>
      </p:sp>
      <p:sp>
        <p:nvSpPr>
          <p:cNvPr id="81" name="year_tick_2039">
            <a:extLst xmlns:a="http://schemas.openxmlformats.org/drawingml/2006/main">
              <a:ext uri="{FF2B5EF4-FFF2-40B4-BE49-F238E27FC236}">
                <a16:creationId xmlns:a16="http://schemas.microsoft.com/office/drawing/2014/main" id="{F6012DEB-25B7-4472-B860-724A81E22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7680" y="5143500"/>
            <a:ext cx="9525" cy="28575"/>
          </a:xfrm>
          <a:custGeom xmlns:a="http://schemas.openxmlformats.org/drawingml/2006/main">
            <a:pathLst>
              <a:path w="952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B9BAD"/>
            </a:solidFill>
            <a:prstDash val="solid"/>
          </a:ln>
        </p:spPr>
      </p:sp>
      <p:sp>
        <p:nvSpPr>
          <p:cNvPr id="82" name="year_tick_2040">
            <a:extLst xmlns:a="http://schemas.openxmlformats.org/drawingml/2006/main">
              <a:ext uri="{FF2B5EF4-FFF2-40B4-BE49-F238E27FC236}">
                <a16:creationId xmlns:a16="http://schemas.microsoft.com/office/drawing/2014/main" id="{E1541DA4-CF4B-4CDD-AE8A-BE4203A83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0400" y="51435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B9BAD"/>
            </a:solidFill>
            <a:prstDash val="solid"/>
          </a:ln>
        </p:spPr>
      </p:sp>
      <p:sp>
        <p:nvSpPr>
          <p:cNvPr id="83" name="year_label_2040">
            <a:extLst xmlns:a="http://schemas.openxmlformats.org/drawingml/2006/main">
              <a:ext uri="{FF2B5EF4-FFF2-40B4-BE49-F238E27FC236}">
                <a16:creationId xmlns:a16="http://schemas.microsoft.com/office/drawing/2014/main" id="{C7C304A4-4720-465B-B4B3-8465C5F8D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2275" y="52768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rPr>
              <a:t>2040</a:t>
            </a:r>
          </a:p>
        </p:txBody>
      </p:sp>
      <p:sp>
        <p:nvSpPr>
          <p:cNvPr id="84" name="year_tick_2041">
            <a:extLst xmlns:a="http://schemas.openxmlformats.org/drawingml/2006/main">
              <a:ext uri="{FF2B5EF4-FFF2-40B4-BE49-F238E27FC236}">
                <a16:creationId xmlns:a16="http://schemas.microsoft.com/office/drawing/2014/main" id="{26C13746-7959-437C-9C9C-9DFC9BAB6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3120" y="5143500"/>
            <a:ext cx="9525" cy="28575"/>
          </a:xfrm>
          <a:custGeom xmlns:a="http://schemas.openxmlformats.org/drawingml/2006/main">
            <a:pathLst>
              <a:path w="952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B9BAD"/>
            </a:solidFill>
            <a:prstDash val="solid"/>
          </a:ln>
        </p:spPr>
      </p:sp>
      <p:sp>
        <p:nvSpPr>
          <p:cNvPr id="85" name="year_tick_2042">
            <a:extLst xmlns:a="http://schemas.openxmlformats.org/drawingml/2006/main">
              <a:ext uri="{FF2B5EF4-FFF2-40B4-BE49-F238E27FC236}">
                <a16:creationId xmlns:a16="http://schemas.microsoft.com/office/drawing/2014/main" id="{CCDEF1F6-DFC5-47EF-A8CC-D03BA0A3C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5840" y="5143500"/>
            <a:ext cx="9525" cy="28575"/>
          </a:xfrm>
          <a:custGeom xmlns:a="http://schemas.openxmlformats.org/drawingml/2006/main">
            <a:pathLst>
              <a:path w="952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B9BAD"/>
            </a:solidFill>
            <a:prstDash val="solid"/>
          </a:ln>
        </p:spPr>
      </p:sp>
      <p:sp>
        <p:nvSpPr>
          <p:cNvPr id="86" name="year_tick_2043">
            <a:extLst xmlns:a="http://schemas.openxmlformats.org/drawingml/2006/main">
              <a:ext uri="{FF2B5EF4-FFF2-40B4-BE49-F238E27FC236}">
                <a16:creationId xmlns:a16="http://schemas.microsoft.com/office/drawing/2014/main" id="{BC4D52E4-2211-487D-9883-0A677A646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8560" y="5143500"/>
            <a:ext cx="9525" cy="28575"/>
          </a:xfrm>
          <a:custGeom xmlns:a="http://schemas.openxmlformats.org/drawingml/2006/main">
            <a:pathLst>
              <a:path w="952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B9BAD"/>
            </a:solidFill>
            <a:prstDash val="solid"/>
          </a:ln>
        </p:spPr>
      </p:sp>
      <p:sp>
        <p:nvSpPr>
          <p:cNvPr id="87" name="year_tick_2044">
            <a:extLst xmlns:a="http://schemas.openxmlformats.org/drawingml/2006/main">
              <a:ext uri="{FF2B5EF4-FFF2-40B4-BE49-F238E27FC236}">
                <a16:creationId xmlns:a16="http://schemas.microsoft.com/office/drawing/2014/main" id="{932699BB-B3E1-4D75-A295-4780332A4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0" y="5143500"/>
            <a:ext cx="9525" cy="28575"/>
          </a:xfrm>
          <a:custGeom xmlns:a="http://schemas.openxmlformats.org/drawingml/2006/main">
            <a:pathLst>
              <a:path w="952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B9BAD"/>
            </a:solidFill>
            <a:prstDash val="solid"/>
          </a:ln>
        </p:spPr>
      </p:sp>
      <p:sp>
        <p:nvSpPr>
          <p:cNvPr id="88" name="year_tick_2045">
            <a:extLst xmlns:a="http://schemas.openxmlformats.org/drawingml/2006/main">
              <a:ext uri="{FF2B5EF4-FFF2-40B4-BE49-F238E27FC236}">
                <a16:creationId xmlns:a16="http://schemas.microsoft.com/office/drawing/2014/main" id="{B6A857CD-344B-406E-98C1-7298E1087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0" y="51435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B9BAD"/>
            </a:solidFill>
            <a:prstDash val="solid"/>
          </a:ln>
        </p:spPr>
      </p:sp>
      <p:sp>
        <p:nvSpPr>
          <p:cNvPr id="89" name="year_label_2045">
            <a:extLst xmlns:a="http://schemas.openxmlformats.org/drawingml/2006/main">
              <a:ext uri="{FF2B5EF4-FFF2-40B4-BE49-F238E27FC236}">
                <a16:creationId xmlns:a16="http://schemas.microsoft.com/office/drawing/2014/main" id="{1FAB7059-A7C9-4196-80B0-6C61054C5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5875" y="52768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rPr>
              <a:t>2045</a:t>
            </a:r>
          </a:p>
        </p:txBody>
      </p:sp>
      <p:sp>
        <p:nvSpPr>
          <p:cNvPr id="90" name="year_tick_2046">
            <a:extLst xmlns:a="http://schemas.openxmlformats.org/drawingml/2006/main">
              <a:ext uri="{FF2B5EF4-FFF2-40B4-BE49-F238E27FC236}">
                <a16:creationId xmlns:a16="http://schemas.microsoft.com/office/drawing/2014/main" id="{2010ADF6-BAB9-4CE9-86A3-B64B1C288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6720" y="5143500"/>
            <a:ext cx="9525" cy="28575"/>
          </a:xfrm>
          <a:custGeom xmlns:a="http://schemas.openxmlformats.org/drawingml/2006/main">
            <a:pathLst>
              <a:path w="952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B9BAD"/>
            </a:solidFill>
            <a:prstDash val="solid"/>
          </a:ln>
        </p:spPr>
      </p:sp>
      <p:sp>
        <p:nvSpPr>
          <p:cNvPr id="91" name="year_tick_2047">
            <a:extLst xmlns:a="http://schemas.openxmlformats.org/drawingml/2006/main">
              <a:ext uri="{FF2B5EF4-FFF2-40B4-BE49-F238E27FC236}">
                <a16:creationId xmlns:a16="http://schemas.microsoft.com/office/drawing/2014/main" id="{4BBEAFB8-0A87-48E3-B24C-C9FA6E8A8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9440" y="5143500"/>
            <a:ext cx="9525" cy="28575"/>
          </a:xfrm>
          <a:custGeom xmlns:a="http://schemas.openxmlformats.org/drawingml/2006/main">
            <a:pathLst>
              <a:path w="952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B9BAD"/>
            </a:solidFill>
            <a:prstDash val="solid"/>
          </a:ln>
        </p:spPr>
      </p:sp>
      <p:sp>
        <p:nvSpPr>
          <p:cNvPr id="92" name="year_tick_2048">
            <a:extLst xmlns:a="http://schemas.openxmlformats.org/drawingml/2006/main">
              <a:ext uri="{FF2B5EF4-FFF2-40B4-BE49-F238E27FC236}">
                <a16:creationId xmlns:a16="http://schemas.microsoft.com/office/drawing/2014/main" id="{5C427053-6072-49B7-AC8C-8878EB415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2160" y="5143500"/>
            <a:ext cx="9525" cy="28575"/>
          </a:xfrm>
          <a:custGeom xmlns:a="http://schemas.openxmlformats.org/drawingml/2006/main">
            <a:pathLst>
              <a:path w="952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B9BAD"/>
            </a:solidFill>
            <a:prstDash val="solid"/>
          </a:ln>
        </p:spPr>
      </p:sp>
      <p:sp>
        <p:nvSpPr>
          <p:cNvPr id="93" name="year_tick_2049">
            <a:extLst xmlns:a="http://schemas.openxmlformats.org/drawingml/2006/main">
              <a:ext uri="{FF2B5EF4-FFF2-40B4-BE49-F238E27FC236}">
                <a16:creationId xmlns:a16="http://schemas.microsoft.com/office/drawing/2014/main" id="{4389892E-8D44-4DC7-9DE2-21031012C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4880" y="5143500"/>
            <a:ext cx="9525" cy="28575"/>
          </a:xfrm>
          <a:custGeom xmlns:a="http://schemas.openxmlformats.org/drawingml/2006/main">
            <a:pathLst>
              <a:path w="952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B9BAD"/>
            </a:solidFill>
            <a:prstDash val="solid"/>
          </a:ln>
        </p:spPr>
      </p:sp>
      <p:sp>
        <p:nvSpPr>
          <p:cNvPr id="94" name="year_tick_2050">
            <a:extLst xmlns:a="http://schemas.openxmlformats.org/drawingml/2006/main">
              <a:ext uri="{FF2B5EF4-FFF2-40B4-BE49-F238E27FC236}">
                <a16:creationId xmlns:a16="http://schemas.microsoft.com/office/drawing/2014/main" id="{35DF59BF-0F72-4F33-9E44-05D12747C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51435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B9BAD"/>
            </a:solidFill>
            <a:prstDash val="solid"/>
          </a:ln>
        </p:spPr>
      </p:sp>
      <p:sp>
        <p:nvSpPr>
          <p:cNvPr id="95" name="year_label_2050">
            <a:extLst xmlns:a="http://schemas.openxmlformats.org/drawingml/2006/main">
              <a:ext uri="{FF2B5EF4-FFF2-40B4-BE49-F238E27FC236}">
                <a16:creationId xmlns:a16="http://schemas.microsoft.com/office/drawing/2014/main" id="{75362D24-C99F-44E4-9DE2-3CA0DCC02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475" y="52768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rPr>
              <a:t>2050</a:t>
            </a:r>
          </a:p>
        </p:txBody>
      </p:sp>
      <p:sp>
        <p:nvSpPr>
          <p:cNvPr id="96" name="covid_2020_2021">
            <a:extLst xmlns:a="http://schemas.openxmlformats.org/drawingml/2006/main">
              <a:ext uri="{FF2B5EF4-FFF2-40B4-BE49-F238E27FC236}">
                <a16:creationId xmlns:a16="http://schemas.microsoft.com/office/drawing/2014/main" id="{0B24C8BA-DF32-40D5-BC64-11E6B7E0F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9640" y="1714500"/>
            <a:ext cx="34544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CE4848"/>
            </a:solidFill>
            <a:prstDash val="solid"/>
          </a:ln>
        </p:spPr>
      </p:sp>
      <p:sp>
        <p:nvSpPr>
          <p:cNvPr id="97" name="GBD_total_deaths_1990_2021">
            <a:extLst xmlns:a="http://schemas.openxmlformats.org/drawingml/2006/main">
              <a:ext uri="{FF2B5EF4-FFF2-40B4-BE49-F238E27FC236}">
                <a16:creationId xmlns:a16="http://schemas.microsoft.com/office/drawing/2014/main" id="{56F51555-39AB-48BD-B13E-F268BC0D7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08276"/>
            <a:ext cx="5354320" cy="1001268"/>
          </a:xfrm>
          <a:custGeom xmlns:a="http://schemas.openxmlformats.org/drawingml/2006/main">
            <a:pathLst>
              <a:path w="5354320" h="1001268">
                <a:moveTo>
                  <a:pt x="0" y="672084"/>
                </a:moveTo>
                <a:lnTo>
                  <a:pt x="172720" y="672084"/>
                </a:lnTo>
                <a:lnTo>
                  <a:pt x="345440" y="672084"/>
                </a:lnTo>
                <a:lnTo>
                  <a:pt x="518160" y="658368"/>
                </a:lnTo>
                <a:lnTo>
                  <a:pt x="690880" y="630936"/>
                </a:lnTo>
                <a:lnTo>
                  <a:pt x="863600" y="644652"/>
                </a:lnTo>
                <a:lnTo>
                  <a:pt x="1036320" y="644652"/>
                </a:lnTo>
                <a:lnTo>
                  <a:pt x="1209040" y="644652"/>
                </a:lnTo>
                <a:lnTo>
                  <a:pt x="1381760" y="644652"/>
                </a:lnTo>
                <a:lnTo>
                  <a:pt x="1554480" y="644652"/>
                </a:lnTo>
                <a:lnTo>
                  <a:pt x="1727200" y="644652"/>
                </a:lnTo>
                <a:lnTo>
                  <a:pt x="1899920" y="658368"/>
                </a:lnTo>
                <a:lnTo>
                  <a:pt x="2072640" y="658368"/>
                </a:lnTo>
                <a:lnTo>
                  <a:pt x="2245360" y="658368"/>
                </a:lnTo>
                <a:lnTo>
                  <a:pt x="2418080" y="685800"/>
                </a:lnTo>
                <a:lnTo>
                  <a:pt x="2590800" y="699516"/>
                </a:lnTo>
                <a:lnTo>
                  <a:pt x="2763520" y="740664"/>
                </a:lnTo>
                <a:lnTo>
                  <a:pt x="2936240" y="768096"/>
                </a:lnTo>
                <a:lnTo>
                  <a:pt x="3108960" y="781812"/>
                </a:lnTo>
                <a:lnTo>
                  <a:pt x="3281680" y="822960"/>
                </a:lnTo>
                <a:lnTo>
                  <a:pt x="3454400" y="850392"/>
                </a:lnTo>
                <a:lnTo>
                  <a:pt x="3627120" y="864108"/>
                </a:lnTo>
                <a:lnTo>
                  <a:pt x="3799840" y="905256"/>
                </a:lnTo>
                <a:lnTo>
                  <a:pt x="3972560" y="918972"/>
                </a:lnTo>
                <a:lnTo>
                  <a:pt x="4145280" y="932688"/>
                </a:lnTo>
                <a:lnTo>
                  <a:pt x="4318000" y="946404"/>
                </a:lnTo>
                <a:lnTo>
                  <a:pt x="4490720" y="960120"/>
                </a:lnTo>
                <a:lnTo>
                  <a:pt x="4663440" y="973836"/>
                </a:lnTo>
                <a:lnTo>
                  <a:pt x="4836160" y="987552"/>
                </a:lnTo>
                <a:lnTo>
                  <a:pt x="5008880" y="1001268"/>
                </a:lnTo>
                <a:lnTo>
                  <a:pt x="5181600" y="397764"/>
                </a:lnTo>
                <a:lnTo>
                  <a:pt x="53543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3338">
            <a:solidFill>
              <a:srgbClr val="087F83"/>
            </a:solidFill>
            <a:prstDash val="solid"/>
          </a:ln>
        </p:spPr>
      </p:sp>
      <p:sp>
        <p:nvSpPr>
          <p:cNvPr id="98" name="ASR_historical_2000_2023">
            <a:extLst xmlns:a="http://schemas.openxmlformats.org/drawingml/2006/main">
              <a:ext uri="{FF2B5EF4-FFF2-40B4-BE49-F238E27FC236}">
                <a16:creationId xmlns:a16="http://schemas.microsoft.com/office/drawing/2014/main" id="{3E85A1EB-0089-4EF9-AD9C-10F6ACFD3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1600" y="3360420"/>
            <a:ext cx="3972560" cy="528066"/>
          </a:xfrm>
          <a:custGeom xmlns:a="http://schemas.openxmlformats.org/drawingml/2006/main">
            <a:pathLst>
              <a:path w="3972560" h="528066">
                <a:moveTo>
                  <a:pt x="0" y="528066"/>
                </a:moveTo>
                <a:lnTo>
                  <a:pt x="172720" y="452628"/>
                </a:lnTo>
                <a:lnTo>
                  <a:pt x="345440" y="384048"/>
                </a:lnTo>
                <a:lnTo>
                  <a:pt x="518160" y="452628"/>
                </a:lnTo>
                <a:lnTo>
                  <a:pt x="690880" y="438912"/>
                </a:lnTo>
                <a:lnTo>
                  <a:pt x="863600" y="356616"/>
                </a:lnTo>
                <a:lnTo>
                  <a:pt x="1036320" y="356616"/>
                </a:lnTo>
                <a:lnTo>
                  <a:pt x="1209040" y="342900"/>
                </a:lnTo>
                <a:lnTo>
                  <a:pt x="1381760" y="329184"/>
                </a:lnTo>
                <a:lnTo>
                  <a:pt x="1554480" y="329184"/>
                </a:lnTo>
                <a:lnTo>
                  <a:pt x="1727200" y="329184"/>
                </a:lnTo>
                <a:lnTo>
                  <a:pt x="1899920" y="288036"/>
                </a:lnTo>
                <a:lnTo>
                  <a:pt x="2072640" y="274320"/>
                </a:lnTo>
                <a:lnTo>
                  <a:pt x="2245360" y="260604"/>
                </a:lnTo>
                <a:lnTo>
                  <a:pt x="2418080" y="219456"/>
                </a:lnTo>
                <a:lnTo>
                  <a:pt x="2590800" y="205740"/>
                </a:lnTo>
                <a:lnTo>
                  <a:pt x="2763520" y="342900"/>
                </a:lnTo>
                <a:lnTo>
                  <a:pt x="2936240" y="233172"/>
                </a:lnTo>
                <a:lnTo>
                  <a:pt x="3108960" y="233172"/>
                </a:lnTo>
                <a:lnTo>
                  <a:pt x="3281680" y="219456"/>
                </a:lnTo>
                <a:lnTo>
                  <a:pt x="3454400" y="356616"/>
                </a:lnTo>
                <a:lnTo>
                  <a:pt x="3627120" y="68580"/>
                </a:lnTo>
                <a:lnTo>
                  <a:pt x="3799840" y="0"/>
                </a:lnTo>
                <a:lnTo>
                  <a:pt x="3972560" y="31547"/>
                </a:lnTo>
              </a:path>
            </a:pathLst>
          </a:custGeom>
          <a:noFill xmlns:a="http://schemas.openxmlformats.org/drawingml/2006/main"/>
          <a:ln xmlns:a="http://schemas.openxmlformats.org/drawingml/2006/main" w="33338">
            <a:solidFill>
              <a:srgbClr val="2F5FCD"/>
            </a:solidFill>
            <a:prstDash val="solid"/>
          </a:ln>
        </p:spPr>
      </p:sp>
      <p:sp>
        <p:nvSpPr>
          <p:cNvPr id="99" name="ASR_forecast_2024_2050">
            <a:extLst xmlns:a="http://schemas.openxmlformats.org/drawingml/2006/main">
              <a:ext uri="{FF2B5EF4-FFF2-40B4-BE49-F238E27FC236}">
                <a16:creationId xmlns:a16="http://schemas.microsoft.com/office/drawing/2014/main" id="{754BCF8A-8433-4460-B2B8-959F2C9AA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160" y="2345436"/>
            <a:ext cx="4663440" cy="1046531"/>
          </a:xfrm>
          <a:custGeom xmlns:a="http://schemas.openxmlformats.org/drawingml/2006/main">
            <a:pathLst>
              <a:path w="4663440" h="1046531">
                <a:moveTo>
                  <a:pt x="0" y="1046531"/>
                </a:moveTo>
                <a:lnTo>
                  <a:pt x="172720" y="1028700"/>
                </a:lnTo>
                <a:lnTo>
                  <a:pt x="345440" y="1028700"/>
                </a:lnTo>
                <a:lnTo>
                  <a:pt x="518160" y="987552"/>
                </a:lnTo>
                <a:lnTo>
                  <a:pt x="690880" y="946404"/>
                </a:lnTo>
                <a:lnTo>
                  <a:pt x="863600" y="932688"/>
                </a:lnTo>
                <a:lnTo>
                  <a:pt x="1036320" y="877824"/>
                </a:lnTo>
                <a:lnTo>
                  <a:pt x="1209040" y="822960"/>
                </a:lnTo>
                <a:lnTo>
                  <a:pt x="1381760" y="781812"/>
                </a:lnTo>
                <a:lnTo>
                  <a:pt x="1554480" y="768096"/>
                </a:lnTo>
                <a:lnTo>
                  <a:pt x="1727200" y="781812"/>
                </a:lnTo>
                <a:lnTo>
                  <a:pt x="1899920" y="754380"/>
                </a:lnTo>
                <a:lnTo>
                  <a:pt x="2072640" y="699516"/>
                </a:lnTo>
                <a:lnTo>
                  <a:pt x="2245360" y="658368"/>
                </a:lnTo>
                <a:lnTo>
                  <a:pt x="2418080" y="576072"/>
                </a:lnTo>
                <a:lnTo>
                  <a:pt x="2590800" y="493776"/>
                </a:lnTo>
                <a:lnTo>
                  <a:pt x="2763520" y="480060"/>
                </a:lnTo>
                <a:lnTo>
                  <a:pt x="2936240" y="480060"/>
                </a:lnTo>
                <a:lnTo>
                  <a:pt x="3108960" y="466344"/>
                </a:lnTo>
                <a:lnTo>
                  <a:pt x="3281680" y="425196"/>
                </a:lnTo>
                <a:lnTo>
                  <a:pt x="3454400" y="315468"/>
                </a:lnTo>
                <a:lnTo>
                  <a:pt x="3627120" y="164592"/>
                </a:lnTo>
                <a:lnTo>
                  <a:pt x="3799840" y="96012"/>
                </a:lnTo>
                <a:lnTo>
                  <a:pt x="3972560" y="27432"/>
                </a:lnTo>
                <a:lnTo>
                  <a:pt x="4145280" y="13716"/>
                </a:lnTo>
                <a:lnTo>
                  <a:pt x="4318000" y="0"/>
                </a:lnTo>
                <a:lnTo>
                  <a:pt x="4490720" y="0"/>
                </a:lnTo>
                <a:lnTo>
                  <a:pt x="4663440" y="10973"/>
                </a:lnTo>
              </a:path>
            </a:pathLst>
          </a:custGeom>
          <a:noFill xmlns:a="http://schemas.openxmlformats.org/drawingml/2006/main"/>
          <a:ln xmlns:a="http://schemas.openxmlformats.org/drawingml/2006/main" w="33338">
            <a:solidFill>
              <a:srgbClr val="2F5FCD"/>
            </a:solidFill>
            <a:prstDash val="dash"/>
          </a:ln>
        </p:spPr>
      </p:sp>
      <p:sp>
        <p:nvSpPr>
          <p:cNvPr id="100" name="count_marker_1990">
            <a:extLst xmlns:a="http://schemas.openxmlformats.org/drawingml/2006/main">
              <a:ext uri="{FF2B5EF4-FFF2-40B4-BE49-F238E27FC236}">
                <a16:creationId xmlns:a16="http://schemas.microsoft.com/office/drawing/2014/main" id="{3EDA2D3F-5DC3-4255-8EFF-9091E10D7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3" y="284702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1" name="count_marker_2019">
            <a:extLst xmlns:a="http://schemas.openxmlformats.org/drawingml/2006/main">
              <a:ext uri="{FF2B5EF4-FFF2-40B4-BE49-F238E27FC236}">
                <a16:creationId xmlns:a16="http://schemas.microsoft.com/office/drawing/2014/main" id="{5E73EC21-E44B-48A0-B020-F61F11E00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0418" y="3166682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2" name="count_marker_2020">
            <a:extLst xmlns:a="http://schemas.openxmlformats.org/drawingml/2006/main">
              <a:ext uri="{FF2B5EF4-FFF2-40B4-BE49-F238E27FC236}">
                <a16:creationId xmlns:a16="http://schemas.microsoft.com/office/drawing/2014/main" id="{1012ECD7-0694-4AF0-AE6D-C4C2819E4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3138" y="256317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3" name="count_marker_2021">
            <a:extLst xmlns:a="http://schemas.openxmlformats.org/drawingml/2006/main">
              <a:ext uri="{FF2B5EF4-FFF2-40B4-BE49-F238E27FC236}">
                <a16:creationId xmlns:a16="http://schemas.microsoft.com/office/drawing/2014/main" id="{07BD67E2-7680-432E-AB2A-E9D2CE939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5858" y="2165414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4" name="ASR_marker_2000">
            <a:extLst xmlns:a="http://schemas.openxmlformats.org/drawingml/2006/main">
              <a:ext uri="{FF2B5EF4-FFF2-40B4-BE49-F238E27FC236}">
                <a16:creationId xmlns:a16="http://schemas.microsoft.com/office/drawing/2014/main" id="{92E55054-8599-4092-ABF5-250796681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3500" y="3850386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FC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5" name="ASR_marker_2023">
            <a:extLst xmlns:a="http://schemas.openxmlformats.org/drawingml/2006/main">
              <a:ext uri="{FF2B5EF4-FFF2-40B4-BE49-F238E27FC236}">
                <a16:creationId xmlns:a16="http://schemas.microsoft.com/office/drawing/2014/main" id="{EF47552B-273F-43D3-9966-B99EC87EF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6060" y="3353867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FC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6" name="ASR_marker_2050">
            <a:extLst xmlns:a="http://schemas.openxmlformats.org/drawingml/2006/main">
              <a:ext uri="{FF2B5EF4-FFF2-40B4-BE49-F238E27FC236}">
                <a16:creationId xmlns:a16="http://schemas.microsoft.com/office/drawing/2014/main" id="{F3586302-0FC0-4C13-8CFE-2D47A0CA9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318309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FC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833995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4" name="grid_0">
            <a:extLst xmlns:a="http://schemas.openxmlformats.org/drawingml/2006/main">
              <a:ext uri="{FF2B5EF4-FFF2-40B4-BE49-F238E27FC236}">
                <a16:creationId xmlns:a16="http://schemas.microsoft.com/office/drawing/2014/main" id="{32294751-C544-4BE5-B56B-C637C6830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43500"/>
            <a:ext cx="10363200" cy="9525"/>
          </a:xfrm>
          <a:custGeom xmlns:a="http://schemas.openxmlformats.org/drawingml/2006/main">
            <a:pathLst>
              <a:path w="10363200" h="9525">
                <a:moveTo>
                  <a:pt x="0" y="0"/>
                </a:moveTo>
                <a:lnTo>
                  <a:pt x="10363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DDE4EB"/>
            </a:solidFill>
            <a:prstDash val="solid"/>
          </a:ln>
        </p:spPr>
      </p:sp>
      <p:sp>
        <p:nvSpPr>
          <p:cNvPr id="2" name="left_tick_0">
            <a:extLst xmlns:a="http://schemas.openxmlformats.org/drawingml/2006/main">
              <a:ext uri="{FF2B5EF4-FFF2-40B4-BE49-F238E27FC236}">
                <a16:creationId xmlns:a16="http://schemas.microsoft.com/office/drawing/2014/main" id="{37FCB74B-5A85-4D26-B086-53D31ECAB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29200"/>
            <a:ext cx="342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rPr>
              <a:t>0</a:t>
            </a:r>
          </a:p>
        </p:txBody>
      </p:sp>
      <p:sp>
        <p:nvSpPr>
          <p:cNvPr id="3" name="right_tick_0">
            <a:extLst xmlns:a="http://schemas.openxmlformats.org/drawingml/2006/main">
              <a:ext uri="{FF2B5EF4-FFF2-40B4-BE49-F238E27FC236}">
                <a16:creationId xmlns:a16="http://schemas.microsoft.com/office/drawing/2014/main" id="{AC51CEB7-50F9-47A7-8C8D-CE7658AE5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1425" y="502920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rPr>
              <a:t>0</a:t>
            </a:r>
          </a:p>
        </p:txBody>
      </p:sp>
      <p:sp>
        <p:nvSpPr>
          <p:cNvPr id="4" name="grid_5">
            <a:extLst xmlns:a="http://schemas.openxmlformats.org/drawingml/2006/main">
              <a:ext uri="{FF2B5EF4-FFF2-40B4-BE49-F238E27FC236}">
                <a16:creationId xmlns:a16="http://schemas.microsoft.com/office/drawing/2014/main" id="{168D2409-B7DA-4717-A2B8-68261047E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57700"/>
            <a:ext cx="10363200" cy="9525"/>
          </a:xfrm>
          <a:custGeom xmlns:a="http://schemas.openxmlformats.org/drawingml/2006/main">
            <a:pathLst>
              <a:path w="10363200" h="9525">
                <a:moveTo>
                  <a:pt x="0" y="0"/>
                </a:moveTo>
                <a:lnTo>
                  <a:pt x="10363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DDE4EB"/>
            </a:solidFill>
            <a:prstDash val="solid"/>
          </a:ln>
        </p:spPr>
      </p:sp>
      <p:sp>
        <p:nvSpPr>
          <p:cNvPr id="5" name="left_tick_5">
            <a:extLst xmlns:a="http://schemas.openxmlformats.org/drawingml/2006/main">
              <a:ext uri="{FF2B5EF4-FFF2-40B4-BE49-F238E27FC236}">
                <a16:creationId xmlns:a16="http://schemas.microsoft.com/office/drawing/2014/main" id="{6D63AF4A-51F5-4FF7-9F81-E35DF4D29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43400"/>
            <a:ext cx="342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6" name="right_tick_5">
            <a:extLst xmlns:a="http://schemas.openxmlformats.org/drawingml/2006/main">
              <a:ext uri="{FF2B5EF4-FFF2-40B4-BE49-F238E27FC236}">
                <a16:creationId xmlns:a16="http://schemas.microsoft.com/office/drawing/2014/main" id="{29BBAEAC-D96D-4871-BC67-728EAF03B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1425" y="434340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7" name="grid_10">
            <a:extLst xmlns:a="http://schemas.openxmlformats.org/drawingml/2006/main">
              <a:ext uri="{FF2B5EF4-FFF2-40B4-BE49-F238E27FC236}">
                <a16:creationId xmlns:a16="http://schemas.microsoft.com/office/drawing/2014/main" id="{C460F7C8-7635-4D90-8C5C-F099E34EE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71900"/>
            <a:ext cx="10363200" cy="9525"/>
          </a:xfrm>
          <a:custGeom xmlns:a="http://schemas.openxmlformats.org/drawingml/2006/main">
            <a:pathLst>
              <a:path w="10363200" h="9525">
                <a:moveTo>
                  <a:pt x="0" y="0"/>
                </a:moveTo>
                <a:lnTo>
                  <a:pt x="10363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DDE4EB"/>
            </a:solidFill>
            <a:prstDash val="solid"/>
          </a:ln>
        </p:spPr>
      </p:sp>
      <p:sp>
        <p:nvSpPr>
          <p:cNvPr id="8" name="left_tick_10">
            <a:extLst xmlns:a="http://schemas.openxmlformats.org/drawingml/2006/main">
              <a:ext uri="{FF2B5EF4-FFF2-40B4-BE49-F238E27FC236}">
                <a16:creationId xmlns:a16="http://schemas.microsoft.com/office/drawing/2014/main" id="{239B18EA-E98B-43B5-A692-8981B8D72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57600"/>
            <a:ext cx="342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9" name="right_tick_10">
            <a:extLst xmlns:a="http://schemas.openxmlformats.org/drawingml/2006/main">
              <a:ext uri="{FF2B5EF4-FFF2-40B4-BE49-F238E27FC236}">
                <a16:creationId xmlns:a16="http://schemas.microsoft.com/office/drawing/2014/main" id="{61D2FDB5-5E9E-4666-9D72-89A150650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1425" y="365760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10" name="grid_15">
            <a:extLst xmlns:a="http://schemas.openxmlformats.org/drawingml/2006/main">
              <a:ext uri="{FF2B5EF4-FFF2-40B4-BE49-F238E27FC236}">
                <a16:creationId xmlns:a16="http://schemas.microsoft.com/office/drawing/2014/main" id="{64EE5F1F-A5A7-46D8-8AEB-7D67CA589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86100"/>
            <a:ext cx="10363200" cy="9525"/>
          </a:xfrm>
          <a:custGeom xmlns:a="http://schemas.openxmlformats.org/drawingml/2006/main">
            <a:pathLst>
              <a:path w="10363200" h="9525">
                <a:moveTo>
                  <a:pt x="0" y="0"/>
                </a:moveTo>
                <a:lnTo>
                  <a:pt x="10363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DDE4EB"/>
            </a:solidFill>
            <a:prstDash val="solid"/>
          </a:ln>
        </p:spPr>
      </p:sp>
      <p:sp>
        <p:nvSpPr>
          <p:cNvPr id="11" name="left_tick_15">
            <a:extLst xmlns:a="http://schemas.openxmlformats.org/drawingml/2006/main">
              <a:ext uri="{FF2B5EF4-FFF2-40B4-BE49-F238E27FC236}">
                <a16:creationId xmlns:a16="http://schemas.microsoft.com/office/drawing/2014/main" id="{85A36D14-06C7-4619-87A0-FD9542FEC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71800"/>
            <a:ext cx="342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rPr>
              <a:t>15</a:t>
            </a:r>
          </a:p>
        </p:txBody>
      </p:sp>
      <p:sp>
        <p:nvSpPr>
          <p:cNvPr id="12" name="right_tick_15">
            <a:extLst xmlns:a="http://schemas.openxmlformats.org/drawingml/2006/main">
              <a:ext uri="{FF2B5EF4-FFF2-40B4-BE49-F238E27FC236}">
                <a16:creationId xmlns:a16="http://schemas.microsoft.com/office/drawing/2014/main" id="{DDCDCD2A-8EA0-45DF-808A-10E0EE010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1425" y="297180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rPr>
              <a:t>15</a:t>
            </a:r>
          </a:p>
        </p:txBody>
      </p:sp>
      <p:sp>
        <p:nvSpPr>
          <p:cNvPr id="13" name="grid_20">
            <a:extLst xmlns:a="http://schemas.openxmlformats.org/drawingml/2006/main">
              <a:ext uri="{FF2B5EF4-FFF2-40B4-BE49-F238E27FC236}">
                <a16:creationId xmlns:a16="http://schemas.microsoft.com/office/drawing/2014/main" id="{C79DD20F-2C62-417A-8593-39433A72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00300"/>
            <a:ext cx="10363200" cy="9525"/>
          </a:xfrm>
          <a:custGeom xmlns:a="http://schemas.openxmlformats.org/drawingml/2006/main">
            <a:pathLst>
              <a:path w="10363200" h="9525">
                <a:moveTo>
                  <a:pt x="0" y="0"/>
                </a:moveTo>
                <a:lnTo>
                  <a:pt x="10363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DDE4EB"/>
            </a:solidFill>
            <a:prstDash val="solid"/>
          </a:ln>
        </p:spPr>
      </p:sp>
      <p:sp>
        <p:nvSpPr>
          <p:cNvPr id="14" name="left_tick_20">
            <a:extLst xmlns:a="http://schemas.openxmlformats.org/drawingml/2006/main">
              <a:ext uri="{FF2B5EF4-FFF2-40B4-BE49-F238E27FC236}">
                <a16:creationId xmlns:a16="http://schemas.microsoft.com/office/drawing/2014/main" id="{F0756CE4-5D5D-4777-8C8D-41086E3C6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0"/>
            <a:ext cx="342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rPr>
              <a:t>20</a:t>
            </a:r>
          </a:p>
        </p:txBody>
      </p:sp>
      <p:sp>
        <p:nvSpPr>
          <p:cNvPr id="15" name="right_tick_20">
            <a:extLst xmlns:a="http://schemas.openxmlformats.org/drawingml/2006/main">
              <a:ext uri="{FF2B5EF4-FFF2-40B4-BE49-F238E27FC236}">
                <a16:creationId xmlns:a16="http://schemas.microsoft.com/office/drawing/2014/main" id="{C60B62D1-6C29-47CA-8F98-EC1B99F9C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1425" y="228600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rPr>
              <a:t>20</a:t>
            </a:r>
          </a:p>
        </p:txBody>
      </p:sp>
      <p:sp>
        <p:nvSpPr>
          <p:cNvPr id="16" name="grid_25">
            <a:extLst xmlns:a="http://schemas.openxmlformats.org/drawingml/2006/main">
              <a:ext uri="{FF2B5EF4-FFF2-40B4-BE49-F238E27FC236}">
                <a16:creationId xmlns:a16="http://schemas.microsoft.com/office/drawing/2014/main" id="{8CFAA4D2-15FF-4E6C-B279-DE335FBF4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14500"/>
            <a:ext cx="10363200" cy="9525"/>
          </a:xfrm>
          <a:custGeom xmlns:a="http://schemas.openxmlformats.org/drawingml/2006/main">
            <a:pathLst>
              <a:path w="10363200" h="9525">
                <a:moveTo>
                  <a:pt x="0" y="0"/>
                </a:moveTo>
                <a:lnTo>
                  <a:pt x="10363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DDE4EB"/>
            </a:solidFill>
            <a:prstDash val="solid"/>
          </a:ln>
        </p:spPr>
      </p:sp>
      <p:sp>
        <p:nvSpPr>
          <p:cNvPr id="17" name="left_tick_25">
            <a:extLst xmlns:a="http://schemas.openxmlformats.org/drawingml/2006/main">
              <a:ext uri="{FF2B5EF4-FFF2-40B4-BE49-F238E27FC236}">
                <a16:creationId xmlns:a16="http://schemas.microsoft.com/office/drawing/2014/main" id="{9D3C56D0-49AF-45BC-BFCE-DE0F8C061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342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rPr>
              <a:t>25</a:t>
            </a:r>
          </a:p>
        </p:txBody>
      </p:sp>
      <p:sp>
        <p:nvSpPr>
          <p:cNvPr id="18" name="right_tick_25">
            <a:extLst xmlns:a="http://schemas.openxmlformats.org/drawingml/2006/main">
              <a:ext uri="{FF2B5EF4-FFF2-40B4-BE49-F238E27FC236}">
                <a16:creationId xmlns:a16="http://schemas.microsoft.com/office/drawing/2014/main" id="{49DE1F40-C063-4914-A65D-5403742C4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1425" y="160020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rPr>
              <a:t>25</a:t>
            </a:r>
          </a:p>
        </p:txBody>
      </p:sp>
      <p:sp>
        <p:nvSpPr>
          <p:cNvPr id="19" name="left_axis">
            <a:extLst xmlns:a="http://schemas.openxmlformats.org/drawingml/2006/main">
              <a:ext uri="{FF2B5EF4-FFF2-40B4-BE49-F238E27FC236}">
                <a16:creationId xmlns:a16="http://schemas.microsoft.com/office/drawing/2014/main" id="{234C2A86-4009-44BE-96E5-155F4106E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14500"/>
            <a:ext cx="9525" cy="3429000"/>
          </a:xfrm>
          <a:custGeom xmlns:a="http://schemas.openxmlformats.org/drawingml/2006/main">
            <a:pathLst>
              <a:path w="9525" h="3429000">
                <a:moveTo>
                  <a:pt x="0" y="0"/>
                </a:moveTo>
                <a:lnTo>
                  <a:pt x="0" y="34290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087F83"/>
            </a:solidFill>
            <a:prstDash val="solid"/>
          </a:ln>
        </p:spPr>
      </p:sp>
      <p:sp>
        <p:nvSpPr>
          <p:cNvPr id="20" name="right_axis">
            <a:extLst xmlns:a="http://schemas.openxmlformats.org/drawingml/2006/main">
              <a:ext uri="{FF2B5EF4-FFF2-40B4-BE49-F238E27FC236}">
                <a16:creationId xmlns:a16="http://schemas.microsoft.com/office/drawing/2014/main" id="{9DE6E8FB-3152-497F-807D-DC654177C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1714500"/>
            <a:ext cx="9525" cy="3429000"/>
          </a:xfrm>
          <a:custGeom xmlns:a="http://schemas.openxmlformats.org/drawingml/2006/main">
            <a:pathLst>
              <a:path w="9525" h="3429000">
                <a:moveTo>
                  <a:pt x="0" y="0"/>
                </a:moveTo>
                <a:lnTo>
                  <a:pt x="0" y="34290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F5FCD"/>
            </a:solidFill>
            <a:prstDash val="solid"/>
          </a:ln>
        </p:spPr>
      </p:sp>
      <p:sp>
        <p:nvSpPr>
          <p:cNvPr id="21" name="time_axis">
            <a:extLst xmlns:a="http://schemas.openxmlformats.org/drawingml/2006/main">
              <a:ext uri="{FF2B5EF4-FFF2-40B4-BE49-F238E27FC236}">
                <a16:creationId xmlns:a16="http://schemas.microsoft.com/office/drawing/2014/main" id="{A1F19488-EBC1-454F-BDD9-45498FD58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43500"/>
            <a:ext cx="10363200" cy="9525"/>
          </a:xfrm>
          <a:custGeom xmlns:a="http://schemas.openxmlformats.org/drawingml/2006/main">
            <a:pathLst>
              <a:path w="10363200" h="9525">
                <a:moveTo>
                  <a:pt x="0" y="0"/>
                </a:moveTo>
                <a:lnTo>
                  <a:pt x="10363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B9BAD"/>
            </a:solidFill>
            <a:prstDash val="solid"/>
          </a:ln>
        </p:spPr>
      </p:sp>
      <p:sp>
        <p:nvSpPr>
          <p:cNvPr id="22" name="year_tick_1990">
            <a:extLst xmlns:a="http://schemas.openxmlformats.org/drawingml/2006/main">
              <a:ext uri="{FF2B5EF4-FFF2-40B4-BE49-F238E27FC236}">
                <a16:creationId xmlns:a16="http://schemas.microsoft.com/office/drawing/2014/main" id="{1DFDA132-A930-42B8-AAC9-24F21430F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435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B9BAD"/>
            </a:solidFill>
            <a:prstDash val="solid"/>
          </a:ln>
        </p:spPr>
      </p:sp>
      <p:sp>
        <p:nvSpPr>
          <p:cNvPr id="23" name="year_label_1990">
            <a:extLst xmlns:a="http://schemas.openxmlformats.org/drawingml/2006/main">
              <a:ext uri="{FF2B5EF4-FFF2-40B4-BE49-F238E27FC236}">
                <a16:creationId xmlns:a16="http://schemas.microsoft.com/office/drawing/2014/main" id="{3796904D-2355-445D-B071-085FBBC60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2768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rPr>
              <a:t>1990</a:t>
            </a:r>
          </a:p>
        </p:txBody>
      </p:sp>
      <p:sp>
        <p:nvSpPr>
          <p:cNvPr id="24" name="year_tick_1991">
            <a:extLst xmlns:a="http://schemas.openxmlformats.org/drawingml/2006/main">
              <a:ext uri="{FF2B5EF4-FFF2-40B4-BE49-F238E27FC236}">
                <a16:creationId xmlns:a16="http://schemas.microsoft.com/office/drawing/2014/main" id="{07A9BD93-0BB0-4EE6-B878-587D653BE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120" y="5143500"/>
            <a:ext cx="9525" cy="28575"/>
          </a:xfrm>
          <a:custGeom xmlns:a="http://schemas.openxmlformats.org/drawingml/2006/main">
            <a:pathLst>
              <a:path w="952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B9BAD"/>
            </a:solidFill>
            <a:prstDash val="solid"/>
          </a:ln>
        </p:spPr>
      </p:sp>
      <p:sp>
        <p:nvSpPr>
          <p:cNvPr id="25" name="year_tick_1992">
            <a:extLst xmlns:a="http://schemas.openxmlformats.org/drawingml/2006/main">
              <a:ext uri="{FF2B5EF4-FFF2-40B4-BE49-F238E27FC236}">
                <a16:creationId xmlns:a16="http://schemas.microsoft.com/office/drawing/2014/main" id="{1323CE90-2D2B-41EB-82A6-4735E90AE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840" y="5143500"/>
            <a:ext cx="9525" cy="28575"/>
          </a:xfrm>
          <a:custGeom xmlns:a="http://schemas.openxmlformats.org/drawingml/2006/main">
            <a:pathLst>
              <a:path w="952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B9BAD"/>
            </a:solidFill>
            <a:prstDash val="solid"/>
          </a:ln>
        </p:spPr>
      </p:sp>
      <p:sp>
        <p:nvSpPr>
          <p:cNvPr id="26" name="year_tick_1993">
            <a:extLst xmlns:a="http://schemas.openxmlformats.org/drawingml/2006/main">
              <a:ext uri="{FF2B5EF4-FFF2-40B4-BE49-F238E27FC236}">
                <a16:creationId xmlns:a16="http://schemas.microsoft.com/office/drawing/2014/main" id="{F987A7AB-7166-4A5A-8604-4440B1F47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60" y="5143500"/>
            <a:ext cx="9525" cy="28575"/>
          </a:xfrm>
          <a:custGeom xmlns:a="http://schemas.openxmlformats.org/drawingml/2006/main">
            <a:pathLst>
              <a:path w="952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B9BAD"/>
            </a:solidFill>
            <a:prstDash val="solid"/>
          </a:ln>
        </p:spPr>
      </p:sp>
      <p:sp>
        <p:nvSpPr>
          <p:cNvPr id="27" name="year_tick_1994">
            <a:extLst xmlns:a="http://schemas.openxmlformats.org/drawingml/2006/main">
              <a:ext uri="{FF2B5EF4-FFF2-40B4-BE49-F238E27FC236}">
                <a16:creationId xmlns:a16="http://schemas.microsoft.com/office/drawing/2014/main" id="{C9BDB7BA-2268-4C2F-8FE9-5FC597225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5280" y="5143500"/>
            <a:ext cx="9525" cy="28575"/>
          </a:xfrm>
          <a:custGeom xmlns:a="http://schemas.openxmlformats.org/drawingml/2006/main">
            <a:pathLst>
              <a:path w="952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B9BAD"/>
            </a:solidFill>
            <a:prstDash val="solid"/>
          </a:ln>
        </p:spPr>
      </p:sp>
      <p:sp>
        <p:nvSpPr>
          <p:cNvPr id="28" name="year_tick_1995">
            <a:extLst xmlns:a="http://schemas.openxmlformats.org/drawingml/2006/main">
              <a:ext uri="{FF2B5EF4-FFF2-40B4-BE49-F238E27FC236}">
                <a16:creationId xmlns:a16="http://schemas.microsoft.com/office/drawing/2014/main" id="{4998E06D-D6EA-4801-A5D4-C95699B28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8000" y="51435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B9BAD"/>
            </a:solidFill>
            <a:prstDash val="solid"/>
          </a:ln>
        </p:spPr>
      </p:sp>
      <p:sp>
        <p:nvSpPr>
          <p:cNvPr id="29" name="year_label_1995">
            <a:extLst xmlns:a="http://schemas.openxmlformats.org/drawingml/2006/main">
              <a:ext uri="{FF2B5EF4-FFF2-40B4-BE49-F238E27FC236}">
                <a16:creationId xmlns:a16="http://schemas.microsoft.com/office/drawing/2014/main" id="{0E9DD3F4-D133-487F-95BE-8245B4C54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9875" y="52768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rPr>
              <a:t>1995</a:t>
            </a:r>
          </a:p>
        </p:txBody>
      </p:sp>
      <p:sp>
        <p:nvSpPr>
          <p:cNvPr id="30" name="year_tick_1996">
            <a:extLst xmlns:a="http://schemas.openxmlformats.org/drawingml/2006/main">
              <a:ext uri="{FF2B5EF4-FFF2-40B4-BE49-F238E27FC236}">
                <a16:creationId xmlns:a16="http://schemas.microsoft.com/office/drawing/2014/main" id="{0388CF46-73AE-49C4-B2DB-478554C77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0720" y="5143500"/>
            <a:ext cx="9525" cy="28575"/>
          </a:xfrm>
          <a:custGeom xmlns:a="http://schemas.openxmlformats.org/drawingml/2006/main">
            <a:pathLst>
              <a:path w="952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B9BAD"/>
            </a:solidFill>
            <a:prstDash val="solid"/>
          </a:ln>
        </p:spPr>
      </p:sp>
      <p:sp>
        <p:nvSpPr>
          <p:cNvPr id="31" name="year_tick_1997">
            <a:extLst xmlns:a="http://schemas.openxmlformats.org/drawingml/2006/main">
              <a:ext uri="{FF2B5EF4-FFF2-40B4-BE49-F238E27FC236}">
                <a16:creationId xmlns:a16="http://schemas.microsoft.com/office/drawing/2014/main" id="{9A7F7DB3-9E6E-400F-A76B-ADDDC9F7F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3440" y="5143500"/>
            <a:ext cx="9525" cy="28575"/>
          </a:xfrm>
          <a:custGeom xmlns:a="http://schemas.openxmlformats.org/drawingml/2006/main">
            <a:pathLst>
              <a:path w="952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B9BAD"/>
            </a:solidFill>
            <a:prstDash val="solid"/>
          </a:ln>
        </p:spPr>
      </p:sp>
      <p:sp>
        <p:nvSpPr>
          <p:cNvPr id="32" name="year_tick_1998">
            <a:extLst xmlns:a="http://schemas.openxmlformats.org/drawingml/2006/main">
              <a:ext uri="{FF2B5EF4-FFF2-40B4-BE49-F238E27FC236}">
                <a16:creationId xmlns:a16="http://schemas.microsoft.com/office/drawing/2014/main" id="{20CCED2E-BB15-4F48-8C87-DFD497C6C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6160" y="5143500"/>
            <a:ext cx="9525" cy="28575"/>
          </a:xfrm>
          <a:custGeom xmlns:a="http://schemas.openxmlformats.org/drawingml/2006/main">
            <a:pathLst>
              <a:path w="952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B9BAD"/>
            </a:solidFill>
            <a:prstDash val="solid"/>
          </a:ln>
        </p:spPr>
      </p:sp>
      <p:sp>
        <p:nvSpPr>
          <p:cNvPr id="33" name="year_tick_1999">
            <a:extLst xmlns:a="http://schemas.openxmlformats.org/drawingml/2006/main">
              <a:ext uri="{FF2B5EF4-FFF2-40B4-BE49-F238E27FC236}">
                <a16:creationId xmlns:a16="http://schemas.microsoft.com/office/drawing/2014/main" id="{E60DAB40-EA97-4664-9FB1-1B00B091C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8880" y="5143500"/>
            <a:ext cx="9525" cy="28575"/>
          </a:xfrm>
          <a:custGeom xmlns:a="http://schemas.openxmlformats.org/drawingml/2006/main">
            <a:pathLst>
              <a:path w="952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B9BAD"/>
            </a:solidFill>
            <a:prstDash val="solid"/>
          </a:ln>
        </p:spPr>
      </p:sp>
      <p:sp>
        <p:nvSpPr>
          <p:cNvPr id="34" name="year_tick_2000">
            <a:extLst xmlns:a="http://schemas.openxmlformats.org/drawingml/2006/main">
              <a:ext uri="{FF2B5EF4-FFF2-40B4-BE49-F238E27FC236}">
                <a16:creationId xmlns:a16="http://schemas.microsoft.com/office/drawing/2014/main" id="{33765DB0-1CA3-430C-B9BE-AC6C3351F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1600" y="51435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B9BAD"/>
            </a:solidFill>
            <a:prstDash val="solid"/>
          </a:ln>
        </p:spPr>
      </p:sp>
      <p:sp>
        <p:nvSpPr>
          <p:cNvPr id="35" name="year_label_2000">
            <a:extLst xmlns:a="http://schemas.openxmlformats.org/drawingml/2006/main">
              <a:ext uri="{FF2B5EF4-FFF2-40B4-BE49-F238E27FC236}">
                <a16:creationId xmlns:a16="http://schemas.microsoft.com/office/drawing/2014/main" id="{6564D78A-29DA-4414-B73C-15BDBEA0C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3475" y="52768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rPr>
              <a:t>2000</a:t>
            </a:r>
          </a:p>
        </p:txBody>
      </p:sp>
      <p:sp>
        <p:nvSpPr>
          <p:cNvPr id="36" name="year_tick_2001">
            <a:extLst xmlns:a="http://schemas.openxmlformats.org/drawingml/2006/main">
              <a:ext uri="{FF2B5EF4-FFF2-40B4-BE49-F238E27FC236}">
                <a16:creationId xmlns:a16="http://schemas.microsoft.com/office/drawing/2014/main" id="{E0A858AA-7A09-46AF-8B93-C2829E1F4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4320" y="5143500"/>
            <a:ext cx="9525" cy="28575"/>
          </a:xfrm>
          <a:custGeom xmlns:a="http://schemas.openxmlformats.org/drawingml/2006/main">
            <a:pathLst>
              <a:path w="952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B9BAD"/>
            </a:solidFill>
            <a:prstDash val="solid"/>
          </a:ln>
        </p:spPr>
      </p:sp>
      <p:sp>
        <p:nvSpPr>
          <p:cNvPr id="37" name="year_tick_2002">
            <a:extLst xmlns:a="http://schemas.openxmlformats.org/drawingml/2006/main">
              <a:ext uri="{FF2B5EF4-FFF2-40B4-BE49-F238E27FC236}">
                <a16:creationId xmlns:a16="http://schemas.microsoft.com/office/drawing/2014/main" id="{3C82CFAF-1A21-4FBE-AE34-F87FD3322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7040" y="5143500"/>
            <a:ext cx="9525" cy="28575"/>
          </a:xfrm>
          <a:custGeom xmlns:a="http://schemas.openxmlformats.org/drawingml/2006/main">
            <a:pathLst>
              <a:path w="952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B9BAD"/>
            </a:solidFill>
            <a:prstDash val="solid"/>
          </a:ln>
        </p:spPr>
      </p:sp>
      <p:sp>
        <p:nvSpPr>
          <p:cNvPr id="38" name="year_tick_2003">
            <a:extLst xmlns:a="http://schemas.openxmlformats.org/drawingml/2006/main">
              <a:ext uri="{FF2B5EF4-FFF2-40B4-BE49-F238E27FC236}">
                <a16:creationId xmlns:a16="http://schemas.microsoft.com/office/drawing/2014/main" id="{74466708-D037-4BA3-A850-F0074AFDD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9760" y="5143500"/>
            <a:ext cx="9525" cy="28575"/>
          </a:xfrm>
          <a:custGeom xmlns:a="http://schemas.openxmlformats.org/drawingml/2006/main">
            <a:pathLst>
              <a:path w="952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B9BAD"/>
            </a:solidFill>
            <a:prstDash val="solid"/>
          </a:ln>
        </p:spPr>
      </p:sp>
      <p:sp>
        <p:nvSpPr>
          <p:cNvPr id="39" name="year_tick_2004">
            <a:extLst xmlns:a="http://schemas.openxmlformats.org/drawingml/2006/main">
              <a:ext uri="{FF2B5EF4-FFF2-40B4-BE49-F238E27FC236}">
                <a16:creationId xmlns:a16="http://schemas.microsoft.com/office/drawing/2014/main" id="{BF924DAD-B422-4F67-88BE-9F4F52825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2480" y="5143500"/>
            <a:ext cx="9525" cy="28575"/>
          </a:xfrm>
          <a:custGeom xmlns:a="http://schemas.openxmlformats.org/drawingml/2006/main">
            <a:pathLst>
              <a:path w="952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B9BAD"/>
            </a:solidFill>
            <a:prstDash val="solid"/>
          </a:ln>
        </p:spPr>
      </p:sp>
      <p:sp>
        <p:nvSpPr>
          <p:cNvPr id="40" name="year_tick_2005">
            <a:extLst xmlns:a="http://schemas.openxmlformats.org/drawingml/2006/main">
              <a:ext uri="{FF2B5EF4-FFF2-40B4-BE49-F238E27FC236}">
                <a16:creationId xmlns:a16="http://schemas.microsoft.com/office/drawing/2014/main" id="{76C1BCB7-FA1B-4DBD-8403-66A3A5933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1435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B9BAD"/>
            </a:solidFill>
            <a:prstDash val="solid"/>
          </a:ln>
        </p:spPr>
      </p:sp>
      <p:sp>
        <p:nvSpPr>
          <p:cNvPr id="41" name="year_label_2005">
            <a:extLst xmlns:a="http://schemas.openxmlformats.org/drawingml/2006/main">
              <a:ext uri="{FF2B5EF4-FFF2-40B4-BE49-F238E27FC236}">
                <a16:creationId xmlns:a16="http://schemas.microsoft.com/office/drawing/2014/main" id="{5AA2DE9A-F5D8-42A7-BF2D-76EB7F90B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52768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rPr>
              <a:t>2005</a:t>
            </a:r>
          </a:p>
        </p:txBody>
      </p:sp>
      <p:sp>
        <p:nvSpPr>
          <p:cNvPr id="42" name="year_tick_2006">
            <a:extLst xmlns:a="http://schemas.openxmlformats.org/drawingml/2006/main">
              <a:ext uri="{FF2B5EF4-FFF2-40B4-BE49-F238E27FC236}">
                <a16:creationId xmlns:a16="http://schemas.microsoft.com/office/drawing/2014/main" id="{83A10633-09DF-4B50-96DD-8F34E1F47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7920" y="5143500"/>
            <a:ext cx="9525" cy="28575"/>
          </a:xfrm>
          <a:custGeom xmlns:a="http://schemas.openxmlformats.org/drawingml/2006/main">
            <a:pathLst>
              <a:path w="952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B9BAD"/>
            </a:solidFill>
            <a:prstDash val="solid"/>
          </a:ln>
        </p:spPr>
      </p:sp>
      <p:sp>
        <p:nvSpPr>
          <p:cNvPr id="43" name="year_tick_2007">
            <a:extLst xmlns:a="http://schemas.openxmlformats.org/drawingml/2006/main">
              <a:ext uri="{FF2B5EF4-FFF2-40B4-BE49-F238E27FC236}">
                <a16:creationId xmlns:a16="http://schemas.microsoft.com/office/drawing/2014/main" id="{3D7CCE25-A5D1-4BD6-A1DE-A972CB884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0640" y="5143500"/>
            <a:ext cx="9525" cy="28575"/>
          </a:xfrm>
          <a:custGeom xmlns:a="http://schemas.openxmlformats.org/drawingml/2006/main">
            <a:pathLst>
              <a:path w="952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B9BAD"/>
            </a:solidFill>
            <a:prstDash val="solid"/>
          </a:ln>
        </p:spPr>
      </p:sp>
      <p:sp>
        <p:nvSpPr>
          <p:cNvPr id="44" name="year_tick_2008">
            <a:extLst xmlns:a="http://schemas.openxmlformats.org/drawingml/2006/main">
              <a:ext uri="{FF2B5EF4-FFF2-40B4-BE49-F238E27FC236}">
                <a16:creationId xmlns:a16="http://schemas.microsoft.com/office/drawing/2014/main" id="{84383C01-6000-42A2-B626-814DC74E6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360" y="5143500"/>
            <a:ext cx="9525" cy="28575"/>
          </a:xfrm>
          <a:custGeom xmlns:a="http://schemas.openxmlformats.org/drawingml/2006/main">
            <a:pathLst>
              <a:path w="952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B9BAD"/>
            </a:solidFill>
            <a:prstDash val="solid"/>
          </a:ln>
        </p:spPr>
      </p:sp>
      <p:sp>
        <p:nvSpPr>
          <p:cNvPr id="45" name="year_tick_2009">
            <a:extLst xmlns:a="http://schemas.openxmlformats.org/drawingml/2006/main">
              <a:ext uri="{FF2B5EF4-FFF2-40B4-BE49-F238E27FC236}">
                <a16:creationId xmlns:a16="http://schemas.microsoft.com/office/drawing/2014/main" id="{8B674A0B-A34A-4216-AEEA-0EF2E16CB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6080" y="5143500"/>
            <a:ext cx="9525" cy="28575"/>
          </a:xfrm>
          <a:custGeom xmlns:a="http://schemas.openxmlformats.org/drawingml/2006/main">
            <a:pathLst>
              <a:path w="952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B9BAD"/>
            </a:solidFill>
            <a:prstDash val="solid"/>
          </a:ln>
        </p:spPr>
      </p:sp>
      <p:sp>
        <p:nvSpPr>
          <p:cNvPr id="46" name="year_tick_2010">
            <a:extLst xmlns:a="http://schemas.openxmlformats.org/drawingml/2006/main">
              <a:ext uri="{FF2B5EF4-FFF2-40B4-BE49-F238E27FC236}">
                <a16:creationId xmlns:a16="http://schemas.microsoft.com/office/drawing/2014/main" id="{744DD049-4562-46D3-99F3-B3B116BCC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51435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B9BAD"/>
            </a:solidFill>
            <a:prstDash val="solid"/>
          </a:ln>
        </p:spPr>
      </p:sp>
      <p:sp>
        <p:nvSpPr>
          <p:cNvPr id="47" name="year_label_2010">
            <a:extLst xmlns:a="http://schemas.openxmlformats.org/drawingml/2006/main">
              <a:ext uri="{FF2B5EF4-FFF2-40B4-BE49-F238E27FC236}">
                <a16:creationId xmlns:a16="http://schemas.microsoft.com/office/drawing/2014/main" id="{F6608D2F-046E-4292-90A9-FCA0AD4DA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0675" y="52768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rPr>
              <a:t>2010</a:t>
            </a:r>
          </a:p>
        </p:txBody>
      </p:sp>
      <p:sp>
        <p:nvSpPr>
          <p:cNvPr id="48" name="year_tick_2011">
            <a:extLst xmlns:a="http://schemas.openxmlformats.org/drawingml/2006/main">
              <a:ext uri="{FF2B5EF4-FFF2-40B4-BE49-F238E27FC236}">
                <a16:creationId xmlns:a16="http://schemas.microsoft.com/office/drawing/2014/main" id="{15BCF194-9FDD-471D-8695-2375B70C6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1520" y="5143500"/>
            <a:ext cx="9525" cy="28575"/>
          </a:xfrm>
          <a:custGeom xmlns:a="http://schemas.openxmlformats.org/drawingml/2006/main">
            <a:pathLst>
              <a:path w="952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B9BAD"/>
            </a:solidFill>
            <a:prstDash val="solid"/>
          </a:ln>
        </p:spPr>
      </p:sp>
      <p:sp>
        <p:nvSpPr>
          <p:cNvPr id="49" name="year_tick_2012">
            <a:extLst xmlns:a="http://schemas.openxmlformats.org/drawingml/2006/main">
              <a:ext uri="{FF2B5EF4-FFF2-40B4-BE49-F238E27FC236}">
                <a16:creationId xmlns:a16="http://schemas.microsoft.com/office/drawing/2014/main" id="{1EECD6D5-FDA2-408E-BF07-E819248FD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240" y="5143500"/>
            <a:ext cx="9525" cy="28575"/>
          </a:xfrm>
          <a:custGeom xmlns:a="http://schemas.openxmlformats.org/drawingml/2006/main">
            <a:pathLst>
              <a:path w="952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B9BAD"/>
            </a:solidFill>
            <a:prstDash val="solid"/>
          </a:ln>
        </p:spPr>
      </p:sp>
      <p:sp>
        <p:nvSpPr>
          <p:cNvPr id="50" name="year_tick_2013">
            <a:extLst xmlns:a="http://schemas.openxmlformats.org/drawingml/2006/main">
              <a:ext uri="{FF2B5EF4-FFF2-40B4-BE49-F238E27FC236}">
                <a16:creationId xmlns:a16="http://schemas.microsoft.com/office/drawing/2014/main" id="{9691EA6E-CE68-47D4-B150-B67225689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960" y="5143500"/>
            <a:ext cx="9525" cy="28575"/>
          </a:xfrm>
          <a:custGeom xmlns:a="http://schemas.openxmlformats.org/drawingml/2006/main">
            <a:pathLst>
              <a:path w="952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B9BAD"/>
            </a:solidFill>
            <a:prstDash val="solid"/>
          </a:ln>
        </p:spPr>
      </p:sp>
      <p:sp>
        <p:nvSpPr>
          <p:cNvPr id="51" name="year_tick_2014">
            <a:extLst xmlns:a="http://schemas.openxmlformats.org/drawingml/2006/main">
              <a:ext uri="{FF2B5EF4-FFF2-40B4-BE49-F238E27FC236}">
                <a16:creationId xmlns:a16="http://schemas.microsoft.com/office/drawing/2014/main" id="{D591DEB4-9BEA-4DDA-838A-2774DB69C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9680" y="5143500"/>
            <a:ext cx="9525" cy="28575"/>
          </a:xfrm>
          <a:custGeom xmlns:a="http://schemas.openxmlformats.org/drawingml/2006/main">
            <a:pathLst>
              <a:path w="952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B9BAD"/>
            </a:solidFill>
            <a:prstDash val="solid"/>
          </a:ln>
        </p:spPr>
      </p:sp>
      <p:sp>
        <p:nvSpPr>
          <p:cNvPr id="52" name="year_tick_2015">
            <a:extLst xmlns:a="http://schemas.openxmlformats.org/drawingml/2006/main">
              <a:ext uri="{FF2B5EF4-FFF2-40B4-BE49-F238E27FC236}">
                <a16:creationId xmlns:a16="http://schemas.microsoft.com/office/drawing/2014/main" id="{6777274C-9CC6-4BBA-B953-1B521B33A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2400" y="51435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B9BAD"/>
            </a:solidFill>
            <a:prstDash val="solid"/>
          </a:ln>
        </p:spPr>
      </p:sp>
      <p:sp>
        <p:nvSpPr>
          <p:cNvPr id="53" name="year_label_2015">
            <a:extLst xmlns:a="http://schemas.openxmlformats.org/drawingml/2006/main">
              <a:ext uri="{FF2B5EF4-FFF2-40B4-BE49-F238E27FC236}">
                <a16:creationId xmlns:a16="http://schemas.microsoft.com/office/drawing/2014/main" id="{31C7A63F-CA66-4C7C-8381-268C44C74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4275" y="52768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rPr>
              <a:t>2015</a:t>
            </a:r>
          </a:p>
        </p:txBody>
      </p:sp>
      <p:sp>
        <p:nvSpPr>
          <p:cNvPr id="54" name="year_tick_2016">
            <a:extLst xmlns:a="http://schemas.openxmlformats.org/drawingml/2006/main">
              <a:ext uri="{FF2B5EF4-FFF2-40B4-BE49-F238E27FC236}">
                <a16:creationId xmlns:a16="http://schemas.microsoft.com/office/drawing/2014/main" id="{A3C0D6A4-2170-451D-8F1C-247A5C8AD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5120" y="5143500"/>
            <a:ext cx="9525" cy="28575"/>
          </a:xfrm>
          <a:custGeom xmlns:a="http://schemas.openxmlformats.org/drawingml/2006/main">
            <a:pathLst>
              <a:path w="952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B9BAD"/>
            </a:solidFill>
            <a:prstDash val="solid"/>
          </a:ln>
        </p:spPr>
      </p:sp>
      <p:sp>
        <p:nvSpPr>
          <p:cNvPr id="55" name="year_tick_2017">
            <a:extLst xmlns:a="http://schemas.openxmlformats.org/drawingml/2006/main">
              <a:ext uri="{FF2B5EF4-FFF2-40B4-BE49-F238E27FC236}">
                <a16:creationId xmlns:a16="http://schemas.microsoft.com/office/drawing/2014/main" id="{977B58EE-3C44-467B-8435-BDFCC32BC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0" y="5143500"/>
            <a:ext cx="9525" cy="28575"/>
          </a:xfrm>
          <a:custGeom xmlns:a="http://schemas.openxmlformats.org/drawingml/2006/main">
            <a:pathLst>
              <a:path w="952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B9BAD"/>
            </a:solidFill>
            <a:prstDash val="solid"/>
          </a:ln>
        </p:spPr>
      </p:sp>
      <p:sp>
        <p:nvSpPr>
          <p:cNvPr id="56" name="year_tick_2018">
            <a:extLst xmlns:a="http://schemas.openxmlformats.org/drawingml/2006/main">
              <a:ext uri="{FF2B5EF4-FFF2-40B4-BE49-F238E27FC236}">
                <a16:creationId xmlns:a16="http://schemas.microsoft.com/office/drawing/2014/main" id="{24F7C750-5D82-4D86-A752-FAAC1B264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0560" y="5143500"/>
            <a:ext cx="9525" cy="28575"/>
          </a:xfrm>
          <a:custGeom xmlns:a="http://schemas.openxmlformats.org/drawingml/2006/main">
            <a:pathLst>
              <a:path w="952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B9BAD"/>
            </a:solidFill>
            <a:prstDash val="solid"/>
          </a:ln>
        </p:spPr>
      </p:sp>
      <p:sp>
        <p:nvSpPr>
          <p:cNvPr id="57" name="year_tick_2019">
            <a:extLst xmlns:a="http://schemas.openxmlformats.org/drawingml/2006/main">
              <a:ext uri="{FF2B5EF4-FFF2-40B4-BE49-F238E27FC236}">
                <a16:creationId xmlns:a16="http://schemas.microsoft.com/office/drawing/2014/main" id="{46781477-C221-429B-AB78-ABFD8E2BA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3280" y="5143500"/>
            <a:ext cx="9525" cy="28575"/>
          </a:xfrm>
          <a:custGeom xmlns:a="http://schemas.openxmlformats.org/drawingml/2006/main">
            <a:pathLst>
              <a:path w="952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B9BAD"/>
            </a:solidFill>
            <a:prstDash val="solid"/>
          </a:ln>
        </p:spPr>
      </p:sp>
      <p:sp>
        <p:nvSpPr>
          <p:cNvPr id="58" name="year_tick_2020">
            <a:extLst xmlns:a="http://schemas.openxmlformats.org/drawingml/2006/main">
              <a:ext uri="{FF2B5EF4-FFF2-40B4-BE49-F238E27FC236}">
                <a16:creationId xmlns:a16="http://schemas.microsoft.com/office/drawing/2014/main" id="{E8414132-91BC-4276-A741-C43306E1E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1435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B9BAD"/>
            </a:solidFill>
            <a:prstDash val="solid"/>
          </a:ln>
        </p:spPr>
      </p:sp>
      <p:sp>
        <p:nvSpPr>
          <p:cNvPr id="59" name="year_label_2020">
            <a:extLst xmlns:a="http://schemas.openxmlformats.org/drawingml/2006/main">
              <a:ext uri="{FF2B5EF4-FFF2-40B4-BE49-F238E27FC236}">
                <a16:creationId xmlns:a16="http://schemas.microsoft.com/office/drawing/2014/main" id="{81EEC8B7-58C1-4CCB-977D-F6DE9616C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52768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rPr>
              <a:t>2020</a:t>
            </a:r>
          </a:p>
        </p:txBody>
      </p:sp>
      <p:sp>
        <p:nvSpPr>
          <p:cNvPr id="60" name="year_tick_2021">
            <a:extLst xmlns:a="http://schemas.openxmlformats.org/drawingml/2006/main">
              <a:ext uri="{FF2B5EF4-FFF2-40B4-BE49-F238E27FC236}">
                <a16:creationId xmlns:a16="http://schemas.microsoft.com/office/drawing/2014/main" id="{7E957A55-9072-4097-872C-31E95F0E0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8720" y="5143500"/>
            <a:ext cx="9525" cy="28575"/>
          </a:xfrm>
          <a:custGeom xmlns:a="http://schemas.openxmlformats.org/drawingml/2006/main">
            <a:pathLst>
              <a:path w="952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B9BAD"/>
            </a:solidFill>
            <a:prstDash val="solid"/>
          </a:ln>
        </p:spPr>
      </p:sp>
      <p:sp>
        <p:nvSpPr>
          <p:cNvPr id="61" name="year_tick_2022">
            <a:extLst xmlns:a="http://schemas.openxmlformats.org/drawingml/2006/main">
              <a:ext uri="{FF2B5EF4-FFF2-40B4-BE49-F238E27FC236}">
                <a16:creationId xmlns:a16="http://schemas.microsoft.com/office/drawing/2014/main" id="{AF44D076-0211-4A16-AFDE-38205077A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1440" y="5143500"/>
            <a:ext cx="9525" cy="28575"/>
          </a:xfrm>
          <a:custGeom xmlns:a="http://schemas.openxmlformats.org/drawingml/2006/main">
            <a:pathLst>
              <a:path w="952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B9BAD"/>
            </a:solidFill>
            <a:prstDash val="solid"/>
          </a:ln>
        </p:spPr>
      </p:sp>
      <p:sp>
        <p:nvSpPr>
          <p:cNvPr id="62" name="year_tick_2023">
            <a:extLst xmlns:a="http://schemas.openxmlformats.org/drawingml/2006/main">
              <a:ext uri="{FF2B5EF4-FFF2-40B4-BE49-F238E27FC236}">
                <a16:creationId xmlns:a16="http://schemas.microsoft.com/office/drawing/2014/main" id="{95D2874A-160B-420A-8424-FE32F96BD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160" y="5143500"/>
            <a:ext cx="9525" cy="28575"/>
          </a:xfrm>
          <a:custGeom xmlns:a="http://schemas.openxmlformats.org/drawingml/2006/main">
            <a:pathLst>
              <a:path w="952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B9BAD"/>
            </a:solidFill>
            <a:prstDash val="solid"/>
          </a:ln>
        </p:spPr>
      </p:sp>
      <p:sp>
        <p:nvSpPr>
          <p:cNvPr id="63" name="year_tick_2024">
            <a:extLst xmlns:a="http://schemas.openxmlformats.org/drawingml/2006/main">
              <a:ext uri="{FF2B5EF4-FFF2-40B4-BE49-F238E27FC236}">
                <a16:creationId xmlns:a16="http://schemas.microsoft.com/office/drawing/2014/main" id="{608201F9-C7CB-47F6-B25B-D8CB3C0DF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6880" y="5143500"/>
            <a:ext cx="9525" cy="28575"/>
          </a:xfrm>
          <a:custGeom xmlns:a="http://schemas.openxmlformats.org/drawingml/2006/main">
            <a:pathLst>
              <a:path w="952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B9BAD"/>
            </a:solidFill>
            <a:prstDash val="solid"/>
          </a:ln>
        </p:spPr>
      </p:sp>
      <p:sp>
        <p:nvSpPr>
          <p:cNvPr id="64" name="year_tick_2025">
            <a:extLst xmlns:a="http://schemas.openxmlformats.org/drawingml/2006/main">
              <a:ext uri="{FF2B5EF4-FFF2-40B4-BE49-F238E27FC236}">
                <a16:creationId xmlns:a16="http://schemas.microsoft.com/office/drawing/2014/main" id="{5757C156-4E41-48D3-B6D6-24F24EA1C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9600" y="51435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B9BAD"/>
            </a:solidFill>
            <a:prstDash val="solid"/>
          </a:ln>
        </p:spPr>
      </p:sp>
      <p:sp>
        <p:nvSpPr>
          <p:cNvPr id="65" name="year_label_2025">
            <a:extLst xmlns:a="http://schemas.openxmlformats.org/drawingml/2006/main">
              <a:ext uri="{FF2B5EF4-FFF2-40B4-BE49-F238E27FC236}">
                <a16:creationId xmlns:a16="http://schemas.microsoft.com/office/drawing/2014/main" id="{C1BE458E-BA04-4E87-BF7B-F98ABB9F2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1475" y="52768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rPr>
              <a:t>2025</a:t>
            </a:r>
          </a:p>
        </p:txBody>
      </p:sp>
      <p:sp>
        <p:nvSpPr>
          <p:cNvPr id="66" name="year_tick_2026">
            <a:extLst xmlns:a="http://schemas.openxmlformats.org/drawingml/2006/main">
              <a:ext uri="{FF2B5EF4-FFF2-40B4-BE49-F238E27FC236}">
                <a16:creationId xmlns:a16="http://schemas.microsoft.com/office/drawing/2014/main" id="{4E816FF9-D9CE-4640-9EDD-150D489AC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5143500"/>
            <a:ext cx="9525" cy="28575"/>
          </a:xfrm>
          <a:custGeom xmlns:a="http://schemas.openxmlformats.org/drawingml/2006/main">
            <a:pathLst>
              <a:path w="952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B9BAD"/>
            </a:solidFill>
            <a:prstDash val="solid"/>
          </a:ln>
        </p:spPr>
      </p:sp>
      <p:sp>
        <p:nvSpPr>
          <p:cNvPr id="67" name="year_tick_2027">
            <a:extLst xmlns:a="http://schemas.openxmlformats.org/drawingml/2006/main">
              <a:ext uri="{FF2B5EF4-FFF2-40B4-BE49-F238E27FC236}">
                <a16:creationId xmlns:a16="http://schemas.microsoft.com/office/drawing/2014/main" id="{B2724C5A-574B-4264-B1D0-F2923F929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040" y="5143500"/>
            <a:ext cx="9525" cy="28575"/>
          </a:xfrm>
          <a:custGeom xmlns:a="http://schemas.openxmlformats.org/drawingml/2006/main">
            <a:pathLst>
              <a:path w="952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B9BAD"/>
            </a:solidFill>
            <a:prstDash val="solid"/>
          </a:ln>
        </p:spPr>
      </p:sp>
      <p:sp>
        <p:nvSpPr>
          <p:cNvPr id="68" name="year_tick_2028">
            <a:extLst xmlns:a="http://schemas.openxmlformats.org/drawingml/2006/main">
              <a:ext uri="{FF2B5EF4-FFF2-40B4-BE49-F238E27FC236}">
                <a16:creationId xmlns:a16="http://schemas.microsoft.com/office/drawing/2014/main" id="{22555A4D-E60B-4A44-8167-69FE9BA66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760" y="5143500"/>
            <a:ext cx="9525" cy="28575"/>
          </a:xfrm>
          <a:custGeom xmlns:a="http://schemas.openxmlformats.org/drawingml/2006/main">
            <a:pathLst>
              <a:path w="952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B9BAD"/>
            </a:solidFill>
            <a:prstDash val="solid"/>
          </a:ln>
        </p:spPr>
      </p:sp>
      <p:sp>
        <p:nvSpPr>
          <p:cNvPr id="69" name="year_tick_2029">
            <a:extLst xmlns:a="http://schemas.openxmlformats.org/drawingml/2006/main">
              <a:ext uri="{FF2B5EF4-FFF2-40B4-BE49-F238E27FC236}">
                <a16:creationId xmlns:a16="http://schemas.microsoft.com/office/drawing/2014/main" id="{4378763D-E8A7-4692-AB46-47FE2F406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0480" y="5143500"/>
            <a:ext cx="9525" cy="28575"/>
          </a:xfrm>
          <a:custGeom xmlns:a="http://schemas.openxmlformats.org/drawingml/2006/main">
            <a:pathLst>
              <a:path w="952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B9BAD"/>
            </a:solidFill>
            <a:prstDash val="solid"/>
          </a:ln>
        </p:spPr>
      </p:sp>
      <p:sp>
        <p:nvSpPr>
          <p:cNvPr id="70" name="year_tick_2030">
            <a:extLst xmlns:a="http://schemas.openxmlformats.org/drawingml/2006/main">
              <a:ext uri="{FF2B5EF4-FFF2-40B4-BE49-F238E27FC236}">
                <a16:creationId xmlns:a16="http://schemas.microsoft.com/office/drawing/2014/main" id="{DACA86A1-3D90-4FBB-B796-6C0A83390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3200" y="51435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B9BAD"/>
            </a:solidFill>
            <a:prstDash val="solid"/>
          </a:ln>
        </p:spPr>
      </p:sp>
      <p:sp>
        <p:nvSpPr>
          <p:cNvPr id="71" name="year_label_2030">
            <a:extLst xmlns:a="http://schemas.openxmlformats.org/drawingml/2006/main">
              <a:ext uri="{FF2B5EF4-FFF2-40B4-BE49-F238E27FC236}">
                <a16:creationId xmlns:a16="http://schemas.microsoft.com/office/drawing/2014/main" id="{4530B035-01EE-44CB-9EF7-818FD3157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5075" y="52768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rPr>
              <a:t>2030</a:t>
            </a:r>
          </a:p>
        </p:txBody>
      </p:sp>
      <p:sp>
        <p:nvSpPr>
          <p:cNvPr id="72" name="year_tick_2031">
            <a:extLst xmlns:a="http://schemas.openxmlformats.org/drawingml/2006/main">
              <a:ext uri="{FF2B5EF4-FFF2-40B4-BE49-F238E27FC236}">
                <a16:creationId xmlns:a16="http://schemas.microsoft.com/office/drawing/2014/main" id="{5C5F4EDB-2B79-4D33-AE51-42CAD6A5D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5920" y="5143500"/>
            <a:ext cx="9525" cy="28575"/>
          </a:xfrm>
          <a:custGeom xmlns:a="http://schemas.openxmlformats.org/drawingml/2006/main">
            <a:pathLst>
              <a:path w="952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B9BAD"/>
            </a:solidFill>
            <a:prstDash val="solid"/>
          </a:ln>
        </p:spPr>
      </p:sp>
      <p:sp>
        <p:nvSpPr>
          <p:cNvPr id="73" name="year_tick_2032">
            <a:extLst xmlns:a="http://schemas.openxmlformats.org/drawingml/2006/main">
              <a:ext uri="{FF2B5EF4-FFF2-40B4-BE49-F238E27FC236}">
                <a16:creationId xmlns:a16="http://schemas.microsoft.com/office/drawing/2014/main" id="{F429AF8B-30EF-4EDE-AC7E-DF56201CB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8640" y="5143500"/>
            <a:ext cx="9525" cy="28575"/>
          </a:xfrm>
          <a:custGeom xmlns:a="http://schemas.openxmlformats.org/drawingml/2006/main">
            <a:pathLst>
              <a:path w="952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B9BAD"/>
            </a:solidFill>
            <a:prstDash val="solid"/>
          </a:ln>
        </p:spPr>
      </p:sp>
      <p:sp>
        <p:nvSpPr>
          <p:cNvPr id="74" name="year_tick_2033">
            <a:extLst xmlns:a="http://schemas.openxmlformats.org/drawingml/2006/main">
              <a:ext uri="{FF2B5EF4-FFF2-40B4-BE49-F238E27FC236}">
                <a16:creationId xmlns:a16="http://schemas.microsoft.com/office/drawing/2014/main" id="{AA77A024-0715-400A-87B3-43BFB1B37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1360" y="5143500"/>
            <a:ext cx="9525" cy="28575"/>
          </a:xfrm>
          <a:custGeom xmlns:a="http://schemas.openxmlformats.org/drawingml/2006/main">
            <a:pathLst>
              <a:path w="952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B9BAD"/>
            </a:solidFill>
            <a:prstDash val="solid"/>
          </a:ln>
        </p:spPr>
      </p:sp>
      <p:sp>
        <p:nvSpPr>
          <p:cNvPr id="75" name="year_tick_2034">
            <a:extLst xmlns:a="http://schemas.openxmlformats.org/drawingml/2006/main">
              <a:ext uri="{FF2B5EF4-FFF2-40B4-BE49-F238E27FC236}">
                <a16:creationId xmlns:a16="http://schemas.microsoft.com/office/drawing/2014/main" id="{FB187780-25DB-44BE-A861-76E19BEC8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4080" y="5143500"/>
            <a:ext cx="9525" cy="28575"/>
          </a:xfrm>
          <a:custGeom xmlns:a="http://schemas.openxmlformats.org/drawingml/2006/main">
            <a:pathLst>
              <a:path w="952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B9BAD"/>
            </a:solidFill>
            <a:prstDash val="solid"/>
          </a:ln>
        </p:spPr>
      </p:sp>
      <p:sp>
        <p:nvSpPr>
          <p:cNvPr id="76" name="year_tick_2035">
            <a:extLst xmlns:a="http://schemas.openxmlformats.org/drawingml/2006/main">
              <a:ext uri="{FF2B5EF4-FFF2-40B4-BE49-F238E27FC236}">
                <a16:creationId xmlns:a16="http://schemas.microsoft.com/office/drawing/2014/main" id="{B171DACF-9152-4C82-B857-274D46FE3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1435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B9BAD"/>
            </a:solidFill>
            <a:prstDash val="solid"/>
          </a:ln>
        </p:spPr>
      </p:sp>
      <p:sp>
        <p:nvSpPr>
          <p:cNvPr id="77" name="year_label_2035">
            <a:extLst xmlns:a="http://schemas.openxmlformats.org/drawingml/2006/main">
              <a:ext uri="{FF2B5EF4-FFF2-40B4-BE49-F238E27FC236}">
                <a16:creationId xmlns:a16="http://schemas.microsoft.com/office/drawing/2014/main" id="{F924D0E6-FB34-4DA7-B615-88DB6EB51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52768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rPr>
              <a:t>2035</a:t>
            </a:r>
          </a:p>
        </p:txBody>
      </p:sp>
      <p:sp>
        <p:nvSpPr>
          <p:cNvPr id="78" name="year_tick_2036">
            <a:extLst xmlns:a="http://schemas.openxmlformats.org/drawingml/2006/main">
              <a:ext uri="{FF2B5EF4-FFF2-40B4-BE49-F238E27FC236}">
                <a16:creationId xmlns:a16="http://schemas.microsoft.com/office/drawing/2014/main" id="{A6604D8F-D6CB-47F7-87D3-72F310A1B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9520" y="5143500"/>
            <a:ext cx="9525" cy="28575"/>
          </a:xfrm>
          <a:custGeom xmlns:a="http://schemas.openxmlformats.org/drawingml/2006/main">
            <a:pathLst>
              <a:path w="952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B9BAD"/>
            </a:solidFill>
            <a:prstDash val="solid"/>
          </a:ln>
        </p:spPr>
      </p:sp>
      <p:sp>
        <p:nvSpPr>
          <p:cNvPr id="79" name="year_tick_2037">
            <a:extLst xmlns:a="http://schemas.openxmlformats.org/drawingml/2006/main">
              <a:ext uri="{FF2B5EF4-FFF2-40B4-BE49-F238E27FC236}">
                <a16:creationId xmlns:a16="http://schemas.microsoft.com/office/drawing/2014/main" id="{369A4368-280E-4E6E-9580-FC135294B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2240" y="5143500"/>
            <a:ext cx="9525" cy="28575"/>
          </a:xfrm>
          <a:custGeom xmlns:a="http://schemas.openxmlformats.org/drawingml/2006/main">
            <a:pathLst>
              <a:path w="952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B9BAD"/>
            </a:solidFill>
            <a:prstDash val="solid"/>
          </a:ln>
        </p:spPr>
      </p:sp>
      <p:sp>
        <p:nvSpPr>
          <p:cNvPr id="80" name="year_tick_2038">
            <a:extLst xmlns:a="http://schemas.openxmlformats.org/drawingml/2006/main">
              <a:ext uri="{FF2B5EF4-FFF2-40B4-BE49-F238E27FC236}">
                <a16:creationId xmlns:a16="http://schemas.microsoft.com/office/drawing/2014/main" id="{F2055FE1-0045-4293-96A7-39F0ADA3A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4960" y="5143500"/>
            <a:ext cx="9525" cy="28575"/>
          </a:xfrm>
          <a:custGeom xmlns:a="http://schemas.openxmlformats.org/drawingml/2006/main">
            <a:pathLst>
              <a:path w="952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B9BAD"/>
            </a:solidFill>
            <a:prstDash val="solid"/>
          </a:ln>
        </p:spPr>
      </p:sp>
      <p:sp>
        <p:nvSpPr>
          <p:cNvPr id="81" name="year_tick_2039">
            <a:extLst xmlns:a="http://schemas.openxmlformats.org/drawingml/2006/main">
              <a:ext uri="{FF2B5EF4-FFF2-40B4-BE49-F238E27FC236}">
                <a16:creationId xmlns:a16="http://schemas.microsoft.com/office/drawing/2014/main" id="{CA43FD3E-74E0-4449-B98E-EC31B84C0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7680" y="5143500"/>
            <a:ext cx="9525" cy="28575"/>
          </a:xfrm>
          <a:custGeom xmlns:a="http://schemas.openxmlformats.org/drawingml/2006/main">
            <a:pathLst>
              <a:path w="952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B9BAD"/>
            </a:solidFill>
            <a:prstDash val="solid"/>
          </a:ln>
        </p:spPr>
      </p:sp>
      <p:sp>
        <p:nvSpPr>
          <p:cNvPr id="82" name="year_tick_2040">
            <a:extLst xmlns:a="http://schemas.openxmlformats.org/drawingml/2006/main">
              <a:ext uri="{FF2B5EF4-FFF2-40B4-BE49-F238E27FC236}">
                <a16:creationId xmlns:a16="http://schemas.microsoft.com/office/drawing/2014/main" id="{EF9965BE-FEF8-4FDA-B5A7-29893BB65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0400" y="51435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B9BAD"/>
            </a:solidFill>
            <a:prstDash val="solid"/>
          </a:ln>
        </p:spPr>
      </p:sp>
      <p:sp>
        <p:nvSpPr>
          <p:cNvPr id="83" name="year_label_2040">
            <a:extLst xmlns:a="http://schemas.openxmlformats.org/drawingml/2006/main">
              <a:ext uri="{FF2B5EF4-FFF2-40B4-BE49-F238E27FC236}">
                <a16:creationId xmlns:a16="http://schemas.microsoft.com/office/drawing/2014/main" id="{4FD78825-3FD0-4837-99A2-0904E2FB8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2275" y="52768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rPr>
              <a:t>2040</a:t>
            </a:r>
          </a:p>
        </p:txBody>
      </p:sp>
      <p:sp>
        <p:nvSpPr>
          <p:cNvPr id="84" name="year_tick_2041">
            <a:extLst xmlns:a="http://schemas.openxmlformats.org/drawingml/2006/main">
              <a:ext uri="{FF2B5EF4-FFF2-40B4-BE49-F238E27FC236}">
                <a16:creationId xmlns:a16="http://schemas.microsoft.com/office/drawing/2014/main" id="{19CFFF0B-ED2F-4C54-B2A8-C132F47FF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3120" y="5143500"/>
            <a:ext cx="9525" cy="28575"/>
          </a:xfrm>
          <a:custGeom xmlns:a="http://schemas.openxmlformats.org/drawingml/2006/main">
            <a:pathLst>
              <a:path w="952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B9BAD"/>
            </a:solidFill>
            <a:prstDash val="solid"/>
          </a:ln>
        </p:spPr>
      </p:sp>
      <p:sp>
        <p:nvSpPr>
          <p:cNvPr id="85" name="year_tick_2042">
            <a:extLst xmlns:a="http://schemas.openxmlformats.org/drawingml/2006/main">
              <a:ext uri="{FF2B5EF4-FFF2-40B4-BE49-F238E27FC236}">
                <a16:creationId xmlns:a16="http://schemas.microsoft.com/office/drawing/2014/main" id="{4483193A-915C-466B-BA44-77F288957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5840" y="5143500"/>
            <a:ext cx="9525" cy="28575"/>
          </a:xfrm>
          <a:custGeom xmlns:a="http://schemas.openxmlformats.org/drawingml/2006/main">
            <a:pathLst>
              <a:path w="952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B9BAD"/>
            </a:solidFill>
            <a:prstDash val="solid"/>
          </a:ln>
        </p:spPr>
      </p:sp>
      <p:sp>
        <p:nvSpPr>
          <p:cNvPr id="86" name="year_tick_2043">
            <a:extLst xmlns:a="http://schemas.openxmlformats.org/drawingml/2006/main">
              <a:ext uri="{FF2B5EF4-FFF2-40B4-BE49-F238E27FC236}">
                <a16:creationId xmlns:a16="http://schemas.microsoft.com/office/drawing/2014/main" id="{6BBAE2C5-D30F-4DCC-A9C1-A7535CDF5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8560" y="5143500"/>
            <a:ext cx="9525" cy="28575"/>
          </a:xfrm>
          <a:custGeom xmlns:a="http://schemas.openxmlformats.org/drawingml/2006/main">
            <a:pathLst>
              <a:path w="952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B9BAD"/>
            </a:solidFill>
            <a:prstDash val="solid"/>
          </a:ln>
        </p:spPr>
      </p:sp>
      <p:sp>
        <p:nvSpPr>
          <p:cNvPr id="87" name="year_tick_2044">
            <a:extLst xmlns:a="http://schemas.openxmlformats.org/drawingml/2006/main">
              <a:ext uri="{FF2B5EF4-FFF2-40B4-BE49-F238E27FC236}">
                <a16:creationId xmlns:a16="http://schemas.microsoft.com/office/drawing/2014/main" id="{CD0386F3-3548-4005-89D1-29524D18E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0" y="5143500"/>
            <a:ext cx="9525" cy="28575"/>
          </a:xfrm>
          <a:custGeom xmlns:a="http://schemas.openxmlformats.org/drawingml/2006/main">
            <a:pathLst>
              <a:path w="952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B9BAD"/>
            </a:solidFill>
            <a:prstDash val="solid"/>
          </a:ln>
        </p:spPr>
      </p:sp>
      <p:sp>
        <p:nvSpPr>
          <p:cNvPr id="88" name="year_tick_2045">
            <a:extLst xmlns:a="http://schemas.openxmlformats.org/drawingml/2006/main">
              <a:ext uri="{FF2B5EF4-FFF2-40B4-BE49-F238E27FC236}">
                <a16:creationId xmlns:a16="http://schemas.microsoft.com/office/drawing/2014/main" id="{673F7167-C6DB-49C5-A409-413C96207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0" y="51435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B9BAD"/>
            </a:solidFill>
            <a:prstDash val="solid"/>
          </a:ln>
        </p:spPr>
      </p:sp>
      <p:sp>
        <p:nvSpPr>
          <p:cNvPr id="89" name="year_label_2045">
            <a:extLst xmlns:a="http://schemas.openxmlformats.org/drawingml/2006/main">
              <a:ext uri="{FF2B5EF4-FFF2-40B4-BE49-F238E27FC236}">
                <a16:creationId xmlns:a16="http://schemas.microsoft.com/office/drawing/2014/main" id="{F14ED08F-7DC1-4307-9AC3-A136BCC58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5875" y="52768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rPr>
              <a:t>2045</a:t>
            </a:r>
          </a:p>
        </p:txBody>
      </p:sp>
      <p:sp>
        <p:nvSpPr>
          <p:cNvPr id="90" name="year_tick_2046">
            <a:extLst xmlns:a="http://schemas.openxmlformats.org/drawingml/2006/main">
              <a:ext uri="{FF2B5EF4-FFF2-40B4-BE49-F238E27FC236}">
                <a16:creationId xmlns:a16="http://schemas.microsoft.com/office/drawing/2014/main" id="{E938582D-426A-466C-88A9-61AAF4E57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6720" y="5143500"/>
            <a:ext cx="9525" cy="28575"/>
          </a:xfrm>
          <a:custGeom xmlns:a="http://schemas.openxmlformats.org/drawingml/2006/main">
            <a:pathLst>
              <a:path w="952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B9BAD"/>
            </a:solidFill>
            <a:prstDash val="solid"/>
          </a:ln>
        </p:spPr>
      </p:sp>
      <p:sp>
        <p:nvSpPr>
          <p:cNvPr id="91" name="year_tick_2047">
            <a:extLst xmlns:a="http://schemas.openxmlformats.org/drawingml/2006/main">
              <a:ext uri="{FF2B5EF4-FFF2-40B4-BE49-F238E27FC236}">
                <a16:creationId xmlns:a16="http://schemas.microsoft.com/office/drawing/2014/main" id="{31CF3823-D75B-413B-957E-CB932B44F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9440" y="5143500"/>
            <a:ext cx="9525" cy="28575"/>
          </a:xfrm>
          <a:custGeom xmlns:a="http://schemas.openxmlformats.org/drawingml/2006/main">
            <a:pathLst>
              <a:path w="952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B9BAD"/>
            </a:solidFill>
            <a:prstDash val="solid"/>
          </a:ln>
        </p:spPr>
      </p:sp>
      <p:sp>
        <p:nvSpPr>
          <p:cNvPr id="92" name="year_tick_2048">
            <a:extLst xmlns:a="http://schemas.openxmlformats.org/drawingml/2006/main">
              <a:ext uri="{FF2B5EF4-FFF2-40B4-BE49-F238E27FC236}">
                <a16:creationId xmlns:a16="http://schemas.microsoft.com/office/drawing/2014/main" id="{E3044B2E-B54C-4856-9D77-0B5E08DFC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2160" y="5143500"/>
            <a:ext cx="9525" cy="28575"/>
          </a:xfrm>
          <a:custGeom xmlns:a="http://schemas.openxmlformats.org/drawingml/2006/main">
            <a:pathLst>
              <a:path w="952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B9BAD"/>
            </a:solidFill>
            <a:prstDash val="solid"/>
          </a:ln>
        </p:spPr>
      </p:sp>
      <p:sp>
        <p:nvSpPr>
          <p:cNvPr id="93" name="year_tick_2049">
            <a:extLst xmlns:a="http://schemas.openxmlformats.org/drawingml/2006/main">
              <a:ext uri="{FF2B5EF4-FFF2-40B4-BE49-F238E27FC236}">
                <a16:creationId xmlns:a16="http://schemas.microsoft.com/office/drawing/2014/main" id="{A91BB380-9863-4312-A96D-DBAE88C15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4880" y="5143500"/>
            <a:ext cx="9525" cy="28575"/>
          </a:xfrm>
          <a:custGeom xmlns:a="http://schemas.openxmlformats.org/drawingml/2006/main">
            <a:pathLst>
              <a:path w="952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B9BAD"/>
            </a:solidFill>
            <a:prstDash val="solid"/>
          </a:ln>
        </p:spPr>
      </p:sp>
      <p:sp>
        <p:nvSpPr>
          <p:cNvPr id="94" name="year_tick_2050">
            <a:extLst xmlns:a="http://schemas.openxmlformats.org/drawingml/2006/main">
              <a:ext uri="{FF2B5EF4-FFF2-40B4-BE49-F238E27FC236}">
                <a16:creationId xmlns:a16="http://schemas.microsoft.com/office/drawing/2014/main" id="{4889799B-D2B6-4583-A854-8AFEE967D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51435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B9BAD"/>
            </a:solidFill>
            <a:prstDash val="solid"/>
          </a:ln>
        </p:spPr>
      </p:sp>
      <p:sp>
        <p:nvSpPr>
          <p:cNvPr id="95" name="year_label_2050">
            <a:extLst xmlns:a="http://schemas.openxmlformats.org/drawingml/2006/main">
              <a:ext uri="{FF2B5EF4-FFF2-40B4-BE49-F238E27FC236}">
                <a16:creationId xmlns:a16="http://schemas.microsoft.com/office/drawing/2014/main" id="{DEF8A979-6E02-4858-BCB1-34F5EC86B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475" y="52768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20374C"/>
                </a:solidFill>
                <a:latin typeface="DejaVu Sans"/>
                <a:ea typeface="DejaVu Sans"/>
                <a:cs typeface="DejaVu Sans"/>
              </a:rPr>
              <a:t>2050</a:t>
            </a:r>
          </a:p>
        </p:txBody>
      </p:sp>
      <p:sp>
        <p:nvSpPr>
          <p:cNvPr id="96" name="covid_2020_2021">
            <a:extLst xmlns:a="http://schemas.openxmlformats.org/drawingml/2006/main">
              <a:ext uri="{FF2B5EF4-FFF2-40B4-BE49-F238E27FC236}">
                <a16:creationId xmlns:a16="http://schemas.microsoft.com/office/drawing/2014/main" id="{7AC711E9-FD4E-4D12-8F03-33D99024B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9640" y="1714500"/>
            <a:ext cx="34544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CE4848"/>
            </a:solidFill>
            <a:prstDash val="solid"/>
          </a:ln>
        </p:spPr>
      </p:sp>
      <p:sp>
        <p:nvSpPr>
          <p:cNvPr id="97" name="GBD_total_deaths_1990_2021">
            <a:extLst xmlns:a="http://schemas.openxmlformats.org/drawingml/2006/main">
              <a:ext uri="{FF2B5EF4-FFF2-40B4-BE49-F238E27FC236}">
                <a16:creationId xmlns:a16="http://schemas.microsoft.com/office/drawing/2014/main" id="{E4BE07A6-C4F1-487B-A056-04C24235E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08276"/>
            <a:ext cx="5354320" cy="1001268"/>
          </a:xfrm>
          <a:custGeom xmlns:a="http://schemas.openxmlformats.org/drawingml/2006/main">
            <a:pathLst>
              <a:path w="5354320" h="1001268">
                <a:moveTo>
                  <a:pt x="0" y="672084"/>
                </a:moveTo>
                <a:lnTo>
                  <a:pt x="172720" y="672084"/>
                </a:lnTo>
                <a:lnTo>
                  <a:pt x="345440" y="672084"/>
                </a:lnTo>
                <a:lnTo>
                  <a:pt x="518160" y="658368"/>
                </a:lnTo>
                <a:lnTo>
                  <a:pt x="690880" y="630936"/>
                </a:lnTo>
                <a:lnTo>
                  <a:pt x="863600" y="644652"/>
                </a:lnTo>
                <a:lnTo>
                  <a:pt x="1036320" y="644652"/>
                </a:lnTo>
                <a:lnTo>
                  <a:pt x="1209040" y="644652"/>
                </a:lnTo>
                <a:lnTo>
                  <a:pt x="1381760" y="644652"/>
                </a:lnTo>
                <a:lnTo>
                  <a:pt x="1554480" y="644652"/>
                </a:lnTo>
                <a:lnTo>
                  <a:pt x="1727200" y="644652"/>
                </a:lnTo>
                <a:lnTo>
                  <a:pt x="1899920" y="658368"/>
                </a:lnTo>
                <a:lnTo>
                  <a:pt x="2072640" y="658368"/>
                </a:lnTo>
                <a:lnTo>
                  <a:pt x="2245360" y="658368"/>
                </a:lnTo>
                <a:lnTo>
                  <a:pt x="2418080" y="685800"/>
                </a:lnTo>
                <a:lnTo>
                  <a:pt x="2590800" y="699516"/>
                </a:lnTo>
                <a:lnTo>
                  <a:pt x="2763520" y="740664"/>
                </a:lnTo>
                <a:lnTo>
                  <a:pt x="2936240" y="768096"/>
                </a:lnTo>
                <a:lnTo>
                  <a:pt x="3108960" y="781812"/>
                </a:lnTo>
                <a:lnTo>
                  <a:pt x="3281680" y="822960"/>
                </a:lnTo>
                <a:lnTo>
                  <a:pt x="3454400" y="850392"/>
                </a:lnTo>
                <a:lnTo>
                  <a:pt x="3627120" y="864108"/>
                </a:lnTo>
                <a:lnTo>
                  <a:pt x="3799840" y="905256"/>
                </a:lnTo>
                <a:lnTo>
                  <a:pt x="3972560" y="918972"/>
                </a:lnTo>
                <a:lnTo>
                  <a:pt x="4145280" y="932688"/>
                </a:lnTo>
                <a:lnTo>
                  <a:pt x="4318000" y="946404"/>
                </a:lnTo>
                <a:lnTo>
                  <a:pt x="4490720" y="960120"/>
                </a:lnTo>
                <a:lnTo>
                  <a:pt x="4663440" y="973836"/>
                </a:lnTo>
                <a:lnTo>
                  <a:pt x="4836160" y="987552"/>
                </a:lnTo>
                <a:lnTo>
                  <a:pt x="5008880" y="1001268"/>
                </a:lnTo>
                <a:lnTo>
                  <a:pt x="5181600" y="397764"/>
                </a:lnTo>
                <a:lnTo>
                  <a:pt x="53543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3338">
            <a:solidFill>
              <a:srgbClr val="087F83"/>
            </a:solidFill>
            <a:prstDash val="solid"/>
          </a:ln>
        </p:spPr>
      </p:sp>
      <p:sp>
        <p:nvSpPr>
          <p:cNvPr id="98" name="ASR_historical_2000_2023">
            <a:extLst xmlns:a="http://schemas.openxmlformats.org/drawingml/2006/main">
              <a:ext uri="{FF2B5EF4-FFF2-40B4-BE49-F238E27FC236}">
                <a16:creationId xmlns:a16="http://schemas.microsoft.com/office/drawing/2014/main" id="{A42BAB67-7562-47E8-96F2-86FB52DD1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1600" y="3360420"/>
            <a:ext cx="3972560" cy="528066"/>
          </a:xfrm>
          <a:custGeom xmlns:a="http://schemas.openxmlformats.org/drawingml/2006/main">
            <a:pathLst>
              <a:path w="3972560" h="528066">
                <a:moveTo>
                  <a:pt x="0" y="528066"/>
                </a:moveTo>
                <a:lnTo>
                  <a:pt x="172720" y="452628"/>
                </a:lnTo>
                <a:lnTo>
                  <a:pt x="345440" y="384048"/>
                </a:lnTo>
                <a:lnTo>
                  <a:pt x="518160" y="452628"/>
                </a:lnTo>
                <a:lnTo>
                  <a:pt x="690880" y="438912"/>
                </a:lnTo>
                <a:lnTo>
                  <a:pt x="863600" y="356616"/>
                </a:lnTo>
                <a:lnTo>
                  <a:pt x="1036320" y="356616"/>
                </a:lnTo>
                <a:lnTo>
                  <a:pt x="1209040" y="342900"/>
                </a:lnTo>
                <a:lnTo>
                  <a:pt x="1381760" y="329184"/>
                </a:lnTo>
                <a:lnTo>
                  <a:pt x="1554480" y="329184"/>
                </a:lnTo>
                <a:lnTo>
                  <a:pt x="1727200" y="329184"/>
                </a:lnTo>
                <a:lnTo>
                  <a:pt x="1899920" y="288036"/>
                </a:lnTo>
                <a:lnTo>
                  <a:pt x="2072640" y="274320"/>
                </a:lnTo>
                <a:lnTo>
                  <a:pt x="2245360" y="260604"/>
                </a:lnTo>
                <a:lnTo>
                  <a:pt x="2418080" y="219456"/>
                </a:lnTo>
                <a:lnTo>
                  <a:pt x="2590800" y="205740"/>
                </a:lnTo>
                <a:lnTo>
                  <a:pt x="2763520" y="342900"/>
                </a:lnTo>
                <a:lnTo>
                  <a:pt x="2936240" y="233172"/>
                </a:lnTo>
                <a:lnTo>
                  <a:pt x="3108960" y="233172"/>
                </a:lnTo>
                <a:lnTo>
                  <a:pt x="3281680" y="219456"/>
                </a:lnTo>
                <a:lnTo>
                  <a:pt x="3454400" y="356616"/>
                </a:lnTo>
                <a:lnTo>
                  <a:pt x="3627120" y="68580"/>
                </a:lnTo>
                <a:lnTo>
                  <a:pt x="3799840" y="0"/>
                </a:lnTo>
                <a:lnTo>
                  <a:pt x="3972560" y="31547"/>
                </a:lnTo>
              </a:path>
            </a:pathLst>
          </a:custGeom>
          <a:noFill xmlns:a="http://schemas.openxmlformats.org/drawingml/2006/main"/>
          <a:ln xmlns:a="http://schemas.openxmlformats.org/drawingml/2006/main" w="33338">
            <a:solidFill>
              <a:srgbClr val="2F5FCD"/>
            </a:solidFill>
            <a:prstDash val="solid"/>
          </a:ln>
        </p:spPr>
      </p:sp>
      <p:sp>
        <p:nvSpPr>
          <p:cNvPr id="99" name="ASR_forecast_2024_2050">
            <a:extLst xmlns:a="http://schemas.openxmlformats.org/drawingml/2006/main">
              <a:ext uri="{FF2B5EF4-FFF2-40B4-BE49-F238E27FC236}">
                <a16:creationId xmlns:a16="http://schemas.microsoft.com/office/drawing/2014/main" id="{1C82AB9F-3258-4154-B085-EDF2D36A0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160" y="2345436"/>
            <a:ext cx="4663440" cy="1046531"/>
          </a:xfrm>
          <a:custGeom xmlns:a="http://schemas.openxmlformats.org/drawingml/2006/main">
            <a:pathLst>
              <a:path w="4663440" h="1046531">
                <a:moveTo>
                  <a:pt x="0" y="1046531"/>
                </a:moveTo>
                <a:lnTo>
                  <a:pt x="172720" y="1028700"/>
                </a:lnTo>
                <a:lnTo>
                  <a:pt x="345440" y="1028700"/>
                </a:lnTo>
                <a:lnTo>
                  <a:pt x="518160" y="987552"/>
                </a:lnTo>
                <a:lnTo>
                  <a:pt x="690880" y="946404"/>
                </a:lnTo>
                <a:lnTo>
                  <a:pt x="863600" y="932688"/>
                </a:lnTo>
                <a:lnTo>
                  <a:pt x="1036320" y="877824"/>
                </a:lnTo>
                <a:lnTo>
                  <a:pt x="1209040" y="822960"/>
                </a:lnTo>
                <a:lnTo>
                  <a:pt x="1381760" y="781812"/>
                </a:lnTo>
                <a:lnTo>
                  <a:pt x="1554480" y="768096"/>
                </a:lnTo>
                <a:lnTo>
                  <a:pt x="1727200" y="781812"/>
                </a:lnTo>
                <a:lnTo>
                  <a:pt x="1899920" y="754380"/>
                </a:lnTo>
                <a:lnTo>
                  <a:pt x="2072640" y="699516"/>
                </a:lnTo>
                <a:lnTo>
                  <a:pt x="2245360" y="658368"/>
                </a:lnTo>
                <a:lnTo>
                  <a:pt x="2418080" y="576072"/>
                </a:lnTo>
                <a:lnTo>
                  <a:pt x="2590800" y="493776"/>
                </a:lnTo>
                <a:lnTo>
                  <a:pt x="2763520" y="480060"/>
                </a:lnTo>
                <a:lnTo>
                  <a:pt x="2936240" y="480060"/>
                </a:lnTo>
                <a:lnTo>
                  <a:pt x="3108960" y="466344"/>
                </a:lnTo>
                <a:lnTo>
                  <a:pt x="3281680" y="425196"/>
                </a:lnTo>
                <a:lnTo>
                  <a:pt x="3454400" y="315468"/>
                </a:lnTo>
                <a:lnTo>
                  <a:pt x="3627120" y="164592"/>
                </a:lnTo>
                <a:lnTo>
                  <a:pt x="3799840" y="96012"/>
                </a:lnTo>
                <a:lnTo>
                  <a:pt x="3972560" y="27432"/>
                </a:lnTo>
                <a:lnTo>
                  <a:pt x="4145280" y="13716"/>
                </a:lnTo>
                <a:lnTo>
                  <a:pt x="4318000" y="0"/>
                </a:lnTo>
                <a:lnTo>
                  <a:pt x="4490720" y="0"/>
                </a:lnTo>
                <a:lnTo>
                  <a:pt x="4663440" y="10973"/>
                </a:lnTo>
              </a:path>
            </a:pathLst>
          </a:custGeom>
          <a:noFill xmlns:a="http://schemas.openxmlformats.org/drawingml/2006/main"/>
          <a:ln xmlns:a="http://schemas.openxmlformats.org/drawingml/2006/main" w="33338">
            <a:solidFill>
              <a:srgbClr val="2F5FCD"/>
            </a:solidFill>
            <a:prstDash val="dash"/>
          </a:ln>
        </p:spPr>
      </p:sp>
      <p:sp>
        <p:nvSpPr>
          <p:cNvPr id="100" name="count_marker_1990">
            <a:extLst xmlns:a="http://schemas.openxmlformats.org/drawingml/2006/main">
              <a:ext uri="{FF2B5EF4-FFF2-40B4-BE49-F238E27FC236}">
                <a16:creationId xmlns:a16="http://schemas.microsoft.com/office/drawing/2014/main" id="{9858BB00-67E5-44FE-88E8-3811D8B04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3" y="284702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1" name="count_marker_2019">
            <a:extLst xmlns:a="http://schemas.openxmlformats.org/drawingml/2006/main">
              <a:ext uri="{FF2B5EF4-FFF2-40B4-BE49-F238E27FC236}">
                <a16:creationId xmlns:a16="http://schemas.microsoft.com/office/drawing/2014/main" id="{9DECEB94-32A6-409D-BD79-7FDCE945C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0418" y="3166682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2" name="count_marker_2020">
            <a:extLst xmlns:a="http://schemas.openxmlformats.org/drawingml/2006/main">
              <a:ext uri="{FF2B5EF4-FFF2-40B4-BE49-F238E27FC236}">
                <a16:creationId xmlns:a16="http://schemas.microsoft.com/office/drawing/2014/main" id="{AAD3B20F-C386-4BE8-A0B4-19259868B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3138" y="256317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3" name="count_marker_2021">
            <a:extLst xmlns:a="http://schemas.openxmlformats.org/drawingml/2006/main">
              <a:ext uri="{FF2B5EF4-FFF2-40B4-BE49-F238E27FC236}">
                <a16:creationId xmlns:a16="http://schemas.microsoft.com/office/drawing/2014/main" id="{561B498B-7A27-4279-ACF1-8539ED676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5858" y="2165414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4" name="ASR_marker_2000">
            <a:extLst xmlns:a="http://schemas.openxmlformats.org/drawingml/2006/main">
              <a:ext uri="{FF2B5EF4-FFF2-40B4-BE49-F238E27FC236}">
                <a16:creationId xmlns:a16="http://schemas.microsoft.com/office/drawing/2014/main" id="{86C4B36B-1557-4106-A2E0-F8F5D87D0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3500" y="3850386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FC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5" name="ASR_marker_2023">
            <a:extLst xmlns:a="http://schemas.openxmlformats.org/drawingml/2006/main">
              <a:ext uri="{FF2B5EF4-FFF2-40B4-BE49-F238E27FC236}">
                <a16:creationId xmlns:a16="http://schemas.microsoft.com/office/drawing/2014/main" id="{08B69331-ADC9-4E51-89D2-C2DD7080D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6060" y="3353867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FC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6" name="ASR_marker_2050">
            <a:extLst xmlns:a="http://schemas.openxmlformats.org/drawingml/2006/main">
              <a:ext uri="{FF2B5EF4-FFF2-40B4-BE49-F238E27FC236}">
                <a16:creationId xmlns:a16="http://schemas.microsoft.com/office/drawing/2014/main" id="{5AB350F7-FCA8-4999-862F-AEB58BC3E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318309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FC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7" name="title">
            <a:extLst xmlns:a="http://schemas.openxmlformats.org/drawingml/2006/main">
              <a:ext uri="{FF2B5EF4-FFF2-40B4-BE49-F238E27FC236}">
                <a16:creationId xmlns:a16="http://schemas.microsoft.com/office/drawing/2014/main" id="{2F3B95CE-0624-4067-90E3-2C81CFB7A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67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1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400" b="1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400" b="1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400" b="1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400" b="1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400" b="1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400" b="1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400" b="1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400" b="1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400" b="1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20374C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20374C"/>
                </a:solidFill>
                <a:latin typeface="DejaVu Sans"/>
                <a:ea typeface="DejaVu Sans"/>
                <a:cs typeface="DejaVu Sans"/>
              </a:rPr>
              <a:t>Смертность, связанная с сепсисом</a:t>
            </a:r>
          </a:p>
        </p:txBody>
      </p:sp>
      <p:sp>
        <p:nvSpPr>
          <p:cNvPr id="108" name="count_axis_title">
            <a:extLst xmlns:a="http://schemas.openxmlformats.org/drawingml/2006/main">
              <a:ext uri="{FF2B5EF4-FFF2-40B4-BE49-F238E27FC236}">
                <a16:creationId xmlns:a16="http://schemas.microsoft.com/office/drawing/2014/main" id="{D83AE5E3-7305-4C89-BCFC-A178976A4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668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1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1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1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1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1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1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1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1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1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1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087F83"/>
                </a:solidFill>
                <a:latin typeface="DejaVu Sans"/>
                <a:ea typeface="DejaVu Sans"/>
                <a:cs typeface="DejaVu Sans"/>
              </a:rPr>
              <a:t>Число смертей, млн</a:t>
            </a:r>
          </a:p>
        </p:txBody>
      </p:sp>
      <p:sp>
        <p:nvSpPr>
          <p:cNvPr id="109" name="rate_axis_title">
            <a:extLst xmlns:a="http://schemas.openxmlformats.org/drawingml/2006/main">
              <a:ext uri="{FF2B5EF4-FFF2-40B4-BE49-F238E27FC236}">
                <a16:creationId xmlns:a16="http://schemas.microsoft.com/office/drawing/2014/main" id="{6772C5E1-5093-42DC-AEA2-6E2E44BE3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066800"/>
            <a:ext cx="3219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1425" b="1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425" b="1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425" b="1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425" b="1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425" b="1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425" b="1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425" b="1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425" b="1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425" b="1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425" b="1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425" b="1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2F5FCD"/>
                </a:solidFill>
                <a:latin typeface="DejaVu Sans"/>
                <a:ea typeface="DejaVu Sans"/>
                <a:cs typeface="DejaVu Sans"/>
              </a:rPr>
              <a:t>ASR на 100 000</a:t>
            </a:r>
          </a:p>
        </p:txBody>
      </p:sp>
      <p:sp>
        <p:nvSpPr>
          <p:cNvPr id="110" name="covid_label">
            <a:extLst xmlns:a="http://schemas.openxmlformats.org/drawingml/2006/main">
              <a:ext uri="{FF2B5EF4-FFF2-40B4-BE49-F238E27FC236}">
                <a16:creationId xmlns:a16="http://schemas.microsoft.com/office/drawing/2014/main" id="{8868B180-4F47-436B-AF82-F4E58D934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4110" y="138112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200" b="1">
                <a:solidFill>
                  <a:srgbClr val="CE4848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200" b="1">
                <a:solidFill>
                  <a:srgbClr val="CE4848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200" b="1">
                <a:solidFill>
                  <a:srgbClr val="CE4848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200" b="1">
                <a:solidFill>
                  <a:srgbClr val="CE4848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200" b="1">
                <a:solidFill>
                  <a:srgbClr val="CE4848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200" b="1">
                <a:solidFill>
                  <a:srgbClr val="CE4848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200" b="1">
                <a:solidFill>
                  <a:srgbClr val="CE4848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200" b="1">
                <a:solidFill>
                  <a:srgbClr val="CE4848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200" b="1">
                <a:solidFill>
                  <a:srgbClr val="CE4848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200" b="1">
                <a:solidFill>
                  <a:srgbClr val="CE484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CE4848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CE4848"/>
                </a:solidFill>
                <a:latin typeface="DejaVu Sans"/>
                <a:ea typeface="DejaVu Sans"/>
                <a:cs typeface="DejaVu Sans"/>
              </a:rPr>
              <a:t>COVID-19, 2020–2021</a:t>
            </a:r>
          </a:p>
        </p:txBody>
      </p:sp>
      <p:sp>
        <p:nvSpPr>
          <p:cNvPr id="111" name="count_start">
            <a:extLst xmlns:a="http://schemas.openxmlformats.org/drawingml/2006/main">
              <a:ext uri="{FF2B5EF4-FFF2-40B4-BE49-F238E27FC236}">
                <a16:creationId xmlns:a16="http://schemas.microsoft.com/office/drawing/2014/main" id="{ED97704E-A2C8-4861-9FF7-7A58F6CDA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5651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1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75" b="1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75" b="1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75" b="1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75" b="1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75" b="1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75" b="1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75" b="1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75" b="1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75" b="1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087F83"/>
                </a:solidFill>
                <a:latin typeface="DejaVu Sans"/>
                <a:ea typeface="DejaVu Sans"/>
                <a:cs typeface="DejaVu Sans"/>
              </a:rPr>
              <a:t>16,5</a:t>
            </a:r>
          </a:p>
        </p:txBody>
      </p:sp>
      <p:sp>
        <p:nvSpPr>
          <p:cNvPr id="112" name="pre_covid_low">
            <a:extLst xmlns:a="http://schemas.openxmlformats.org/drawingml/2006/main">
              <a:ext uri="{FF2B5EF4-FFF2-40B4-BE49-F238E27FC236}">
                <a16:creationId xmlns:a16="http://schemas.microsoft.com/office/drawing/2014/main" id="{16304095-DB5C-4AF5-97F8-9DB9DD637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8905" y="3342894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1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75" b="1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75" b="1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75" b="1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75" b="1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75" b="1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75" b="1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75" b="1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75" b="1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75" b="1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087F83"/>
                </a:solidFill>
                <a:latin typeface="DejaVu Sans"/>
                <a:ea typeface="DejaVu Sans"/>
                <a:cs typeface="DejaVu Sans"/>
              </a:rPr>
              <a:t>14,1</a:t>
            </a:r>
          </a:p>
        </p:txBody>
      </p:sp>
      <p:sp>
        <p:nvSpPr>
          <p:cNvPr id="113" name="count_end">
            <a:extLst xmlns:a="http://schemas.openxmlformats.org/drawingml/2006/main">
              <a:ext uri="{FF2B5EF4-FFF2-40B4-BE49-F238E27FC236}">
                <a16:creationId xmlns:a16="http://schemas.microsoft.com/office/drawing/2014/main" id="{1A97FF30-89CB-4E38-90BB-BDB1E6B58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9220" y="1893951"/>
            <a:ext cx="2047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1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75" b="1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75" b="1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75" b="1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75" b="1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75" b="1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75" b="1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75" b="1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75" b="1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75" b="1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087F83"/>
                </a:solidFill>
                <a:latin typeface="DejaVu Sans"/>
                <a:ea typeface="DejaVu Sans"/>
                <a:cs typeface="DejaVu Sans"/>
              </a:rPr>
              <a:t>21,4 млн (2021)</a:t>
            </a:r>
          </a:p>
        </p:txBody>
      </p:sp>
      <p:sp>
        <p:nvSpPr>
          <p:cNvPr id="114" name="count_end_leader">
            <a:extLst xmlns:a="http://schemas.openxmlformats.org/drawingml/2006/main">
              <a:ext uri="{FF2B5EF4-FFF2-40B4-BE49-F238E27FC236}">
                <a16:creationId xmlns:a16="http://schemas.microsoft.com/office/drawing/2014/main" id="{1F35CD3E-078E-45F1-A5BA-A44ED6AED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6820" y="2046351"/>
            <a:ext cx="123825" cy="123825"/>
          </a:xfrm>
          <a:custGeom xmlns:a="http://schemas.openxmlformats.org/drawingml/2006/main">
            <a:pathLst>
              <a:path w="123825" h="123825">
                <a:moveTo>
                  <a:pt x="0" y="123825"/>
                </a:moveTo>
                <a:lnTo>
                  <a:pt x="123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087F83"/>
            </a:solidFill>
            <a:prstDash val="solid"/>
          </a:ln>
        </p:spPr>
      </p:sp>
      <p:sp>
        <p:nvSpPr>
          <p:cNvPr id="115" name="rate_start">
            <a:extLst xmlns:a="http://schemas.openxmlformats.org/drawingml/2006/main">
              <a:ext uri="{FF2B5EF4-FFF2-40B4-BE49-F238E27FC236}">
                <a16:creationId xmlns:a16="http://schemas.microsoft.com/office/drawing/2014/main" id="{F5A5EF61-48C0-4144-873D-1BF28B07A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6850" y="4021836"/>
            <a:ext cx="809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1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00" b="1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00" b="1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00" b="1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00" b="1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00" b="1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00" b="1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00" b="1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00" b="1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00" b="1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2F5FCD"/>
                </a:solidFill>
                <a:latin typeface="DejaVu Sans"/>
                <a:ea typeface="DejaVu Sans"/>
                <a:cs typeface="DejaVu Sans"/>
              </a:rPr>
              <a:t>9,15</a:t>
            </a:r>
          </a:p>
        </p:txBody>
      </p:sp>
      <p:sp>
        <p:nvSpPr>
          <p:cNvPr id="116" name="rate_2023">
            <a:extLst xmlns:a="http://schemas.openxmlformats.org/drawingml/2006/main">
              <a:ext uri="{FF2B5EF4-FFF2-40B4-BE49-F238E27FC236}">
                <a16:creationId xmlns:a16="http://schemas.microsoft.com/office/drawing/2014/main" id="{164C0895-9817-4673-AE78-1568FADDB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8460" y="3487217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1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00" b="1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00" b="1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00" b="1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00" b="1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00" b="1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00" b="1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00" b="1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00" b="1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00" b="1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2F5FCD"/>
                </a:solidFill>
                <a:latin typeface="DejaVu Sans"/>
                <a:ea typeface="DejaVu Sans"/>
                <a:cs typeface="DejaVu Sans"/>
              </a:rPr>
              <a:t>12,77 (2023)</a:t>
            </a:r>
          </a:p>
        </p:txBody>
      </p:sp>
      <p:sp>
        <p:nvSpPr>
          <p:cNvPr id="117" name="rate_2050">
            <a:extLst xmlns:a="http://schemas.openxmlformats.org/drawingml/2006/main">
              <a:ext uri="{FF2B5EF4-FFF2-40B4-BE49-F238E27FC236}">
                <a16:creationId xmlns:a16="http://schemas.microsoft.com/office/drawing/2014/main" id="{BC523930-6579-482D-872E-4CCC50D6D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32559"/>
            <a:ext cx="166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1500" b="1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500" b="1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500" b="1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500" b="1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500" b="1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500" b="1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500" b="1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500" b="1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500" b="1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500" b="1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500" b="1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2F5FCD"/>
                </a:solidFill>
                <a:latin typeface="DejaVu Sans"/>
                <a:ea typeface="DejaVu Sans"/>
                <a:cs typeface="DejaVu Sans"/>
              </a:rPr>
              <a:t>20,32 (2050)</a:t>
            </a:r>
          </a:p>
        </p:txBody>
      </p:sp>
      <p:sp>
        <p:nvSpPr>
          <p:cNvPr id="118" name="forecast_label">
            <a:extLst xmlns:a="http://schemas.openxmlformats.org/drawingml/2006/main">
              <a:ext uri="{FF2B5EF4-FFF2-40B4-BE49-F238E27FC236}">
                <a16:creationId xmlns:a16="http://schemas.microsoft.com/office/drawing/2014/main" id="{D86B1F24-2E57-4247-BAC8-52D284FF2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4955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2F5FCD"/>
                </a:solidFill>
                <a:latin typeface="DejaVu Sans"/>
                <a:ea typeface="DejaVu Sans"/>
                <a:cs typeface="DejaVu Sans"/>
              </a:rPr>
              <a:t>Прогноз 2024–2050</a:t>
            </a:r>
          </a:p>
        </p:txBody>
      </p:sp>
      <p:sp>
        <p:nvSpPr>
          <p:cNvPr id="119" name="count_caption">
            <a:extLst xmlns:a="http://schemas.openxmlformats.org/drawingml/2006/main">
              <a:ext uri="{FF2B5EF4-FFF2-40B4-BE49-F238E27FC236}">
                <a16:creationId xmlns:a16="http://schemas.microsoft.com/office/drawing/2014/main" id="{8E2F2739-F5CA-4C6E-BFAC-0E4E1C0C0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57850"/>
            <a:ext cx="509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087F83"/>
                </a:solidFill>
                <a:latin typeface="DejaVu Sans"/>
                <a:ea typeface="DejaVu Sans"/>
                <a:cs typeface="DejaVu Sans"/>
              </a:rPr>
              <a:t>Число смертей: GBD / Lancet, все возрасты</a:t>
            </a:r>
          </a:p>
        </p:txBody>
      </p:sp>
      <p:sp>
        <p:nvSpPr>
          <p:cNvPr id="120" name="rate_caption">
            <a:extLst xmlns:a="http://schemas.openxmlformats.org/drawingml/2006/main">
              <a:ext uri="{FF2B5EF4-FFF2-40B4-BE49-F238E27FC236}">
                <a16:creationId xmlns:a16="http://schemas.microsoft.com/office/drawing/2014/main" id="{F4D6D086-7BF4-4376-BFE2-40D250FC0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657850"/>
            <a:ext cx="528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2F5FCD"/>
                </a:solidFill>
                <a:latin typeface="DejaVu Sans"/>
                <a:ea typeface="DejaVu Sans"/>
                <a:cs typeface="DejaVu Sans"/>
              </a:rPr>
              <a:t>ASR: Critical Care, ≥20 лет, 79 стран</a:t>
            </a:r>
          </a:p>
        </p:txBody>
      </p:sp>
      <p:sp>
        <p:nvSpPr>
          <p:cNvPr id="121" name="method_note">
            <a:extLst xmlns:a="http://schemas.openxmlformats.org/drawingml/2006/main">
              <a:ext uri="{FF2B5EF4-FFF2-40B4-BE49-F238E27FC236}">
                <a16:creationId xmlns:a16="http://schemas.microsoft.com/office/drawing/2014/main" id="{51D72DA4-0F0F-4001-B1F6-FB352DE06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6742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38" b="0">
                <a:solidFill>
                  <a:srgbClr val="65768A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938" b="0">
                <a:solidFill>
                  <a:srgbClr val="65768A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938" b="0">
                <a:solidFill>
                  <a:srgbClr val="65768A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938" b="0">
                <a:solidFill>
                  <a:srgbClr val="65768A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938" b="0">
                <a:solidFill>
                  <a:srgbClr val="65768A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938" b="0">
                <a:solidFill>
                  <a:srgbClr val="65768A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938" b="0">
                <a:solidFill>
                  <a:srgbClr val="65768A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938" b="0">
                <a:solidFill>
                  <a:srgbClr val="65768A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938" b="0">
                <a:solidFill>
                  <a:srgbClr val="65768A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938" b="0">
                <a:solidFill>
                  <a:srgbClr val="65768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938" b="0">
                <a:solidFill>
                  <a:srgbClr val="65768A"/>
                </a:solidFill>
                <a:latin typeface="DejaVu Sans"/>
                <a:ea typeface="DejaVu Sans"/>
                <a:cs typeface="DejaVu Sans"/>
              </a:defRPr>
            </a:pPr>
            <a:r>
              <a:rPr sz="938" b="0">
                <a:solidFill>
                  <a:srgbClr val="65768A"/>
                </a:solidFill>
                <a:latin typeface="DejaVu Sans"/>
                <a:ea typeface="DejaVu Sans"/>
                <a:cs typeface="DejaVu Sans"/>
              </a:rPr>
              <a:t>У исследований разные определения и охват. Кривые не образуют единый ряд и не пересчитываются друг в друга.</a:t>
            </a:r>
          </a:p>
        </p:txBody>
      </p:sp>
      <p:sp>
        <p:nvSpPr>
          <p:cNvPr id="122" name="digitization_note">
            <a:extLst xmlns:a="http://schemas.openxmlformats.org/drawingml/2006/main">
              <a:ext uri="{FF2B5EF4-FFF2-40B4-BE49-F238E27FC236}">
                <a16:creationId xmlns:a16="http://schemas.microsoft.com/office/drawing/2014/main" id="{25CFE7D2-9EF4-4D5A-8F8C-EC067514A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29602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38" b="0">
                <a:solidFill>
                  <a:srgbClr val="65768A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938" b="0">
                <a:solidFill>
                  <a:srgbClr val="65768A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938" b="0">
                <a:solidFill>
                  <a:srgbClr val="65768A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938" b="0">
                <a:solidFill>
                  <a:srgbClr val="65768A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938" b="0">
                <a:solidFill>
                  <a:srgbClr val="65768A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938" b="0">
                <a:solidFill>
                  <a:srgbClr val="65768A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938" b="0">
                <a:solidFill>
                  <a:srgbClr val="65768A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938" b="0">
                <a:solidFill>
                  <a:srgbClr val="65768A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938" b="0">
                <a:solidFill>
                  <a:srgbClr val="65768A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938" b="0">
                <a:solidFill>
                  <a:srgbClr val="65768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938" b="0">
                <a:solidFill>
                  <a:srgbClr val="65768A"/>
                </a:solidFill>
                <a:latin typeface="DejaVu Sans"/>
                <a:ea typeface="DejaVu Sans"/>
                <a:cs typeface="DejaVu Sans"/>
              </a:defRPr>
            </a:pPr>
            <a:r>
              <a:rPr sz="938" b="0">
                <a:solidFill>
                  <a:srgbClr val="65768A"/>
                </a:solidFill>
                <a:latin typeface="DejaVu Sans"/>
                <a:ea typeface="DejaVu Sans"/>
                <a:cs typeface="DejaVu Sans"/>
              </a:rPr>
              <a:t>ASR: 2000, 2023 и 2050 — опубликованные числа; промежуточные точки приближённо восстановлены по рис. 2A.</a:t>
            </a:r>
          </a:p>
        </p:txBody>
      </p:sp>
      <p:sp>
        <p:nvSpPr>
          <p:cNvPr id="123" name="doi_note">
            <a:extLst xmlns:a="http://schemas.openxmlformats.org/drawingml/2006/main">
              <a:ext uri="{FF2B5EF4-FFF2-40B4-BE49-F238E27FC236}">
                <a16:creationId xmlns:a16="http://schemas.microsoft.com/office/drawing/2014/main" id="{F82F6F18-0485-424A-80ED-8D9DE5420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341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>
                <a:solidFill>
                  <a:srgbClr val="65768A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900" b="0">
                <a:solidFill>
                  <a:srgbClr val="65768A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900" b="0">
                <a:solidFill>
                  <a:srgbClr val="65768A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900" b="0">
                <a:solidFill>
                  <a:srgbClr val="65768A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900" b="0">
                <a:solidFill>
                  <a:srgbClr val="65768A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900" b="0">
                <a:solidFill>
                  <a:srgbClr val="65768A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900" b="0">
                <a:solidFill>
                  <a:srgbClr val="65768A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900" b="0">
                <a:solidFill>
                  <a:srgbClr val="65768A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900" b="0">
                <a:solidFill>
                  <a:srgbClr val="65768A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900" b="0">
                <a:solidFill>
                  <a:srgbClr val="65768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65768A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65768A"/>
                </a:solidFill>
                <a:latin typeface="DejaVu Sans"/>
                <a:ea typeface="DejaVu Sans"/>
                <a:cs typeface="DejaVu Sans"/>
              </a:rPr>
              <a:t>Источники: 10.1016/S2214-109X(25)00356-0, табл. S6; 10.1186/s13054-026-06024-7, рис. 2A.</a:t>
            </a:r>
          </a:p>
        </p:txBody>
      </p:sp>
    </p:spTree>
    <p:extLst>
      <p:ext uri="{BB962C8B-B14F-4D97-AF65-F5344CB8AC3E}">
        <p14:creationId xmlns:p14="http://schemas.microsoft.com/office/powerpoint/2010/main" val="2762280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2026-10-18T21:41:59.5500000Z</dcterms:created>
  <dcterms:modified xsi:type="dcterms:W3CDTF">2026-10-18T21:41:59.5500000Z</dcterms:modified>
</coreProperties>
</file>